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8" r:id="rId4"/>
    <p:sldMasterId id="214748371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Arial Black"/>
      <p:regular r:id="rId23"/>
    </p:embeddedFont>
    <p:embeddedFont>
      <p:font typeface="Encode Sans Black"/>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EncodeSansBlack-bold.fntdata"/><Relationship Id="rId23" Type="http://schemas.openxmlformats.org/officeDocument/2006/relationships/font" Target="fonts/ArialBlack-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4edcf3dde2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4edcf3dde2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edcf3dde2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edcf3dde2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edcf3dde2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edcf3dde2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ec6248b9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ec6248b9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4ec6248b9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4ec6248b9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4edcf3dde2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4edcf3dde2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4edcf3dde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4edcf3dde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4ec6248b9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4ec6248b9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edcf3dde2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4edcf3dde2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ec6248b9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ec6248b9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ec6248b9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ec6248b9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4edcf3dde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4edcf3dde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4ec6248b9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4ec6248b9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4ec6248b9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4ec6248b9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4ec6248b9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4ec6248b9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4edcf3dde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4edcf3dde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itle Slide (Aggie Blue)">
  <p:cSld name="01 - Title Slide (Aggie Blue)">
    <p:spTree>
      <p:nvGrpSpPr>
        <p:cNvPr id="9" name="Shape 9"/>
        <p:cNvGrpSpPr/>
        <p:nvPr/>
      </p:nvGrpSpPr>
      <p:grpSpPr>
        <a:xfrm>
          <a:off x="0" y="0"/>
          <a:ext cx="0" cy="0"/>
          <a:chOff x="0" y="0"/>
          <a:chExt cx="0" cy="0"/>
        </a:xfrm>
      </p:grpSpPr>
      <p:sp>
        <p:nvSpPr>
          <p:cNvPr id="10" name="Google Shape;10;p2"/>
          <p:cNvSpPr txBox="1"/>
          <p:nvPr>
            <p:ph type="title"/>
          </p:nvPr>
        </p:nvSpPr>
        <p:spPr>
          <a:xfrm>
            <a:off x="460375" y="805496"/>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5000"/>
              <a:buFont typeface="Arial Black"/>
              <a:buNone/>
              <a:defRPr b="1" i="0" sz="5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 name="Google Shape;11;p2"/>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p:cSld name="Section Cover">
    <p:bg>
      <p:bgPr>
        <a:solidFill>
          <a:schemeClr val="dk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1405053" y="2237678"/>
            <a:ext cx="6057300" cy="615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2"/>
              </a:buClr>
              <a:buSzPts val="3500"/>
              <a:buFont typeface="Arial Black"/>
              <a:buNone/>
              <a:defRPr b="1" i="0" sz="35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ustom Slide (White)">
  <p:cSld name="01 - Custom Slide (White)">
    <p:spTree>
      <p:nvGrpSpPr>
        <p:cNvPr id="14" name="Shape 14"/>
        <p:cNvGrpSpPr/>
        <p:nvPr/>
      </p:nvGrpSpPr>
      <p:grpSpPr>
        <a:xfrm>
          <a:off x="0" y="0"/>
          <a:ext cx="0" cy="0"/>
          <a:chOff x="0" y="0"/>
          <a:chExt cx="0" cy="0"/>
        </a:xfrm>
      </p:grpSpPr>
      <p:sp>
        <p:nvSpPr>
          <p:cNvPr id="15" name="Google Shape;15;p4"/>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6" name="Google Shape;16;p4"/>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Aggie Blue)">
  <p:cSld name="01 - Image Right (Aggie Blue)">
    <p:spTree>
      <p:nvGrpSpPr>
        <p:cNvPr id="17" name="Shape 17"/>
        <p:cNvGrpSpPr/>
        <p:nvPr/>
      </p:nvGrpSpPr>
      <p:grpSpPr>
        <a:xfrm>
          <a:off x="0" y="0"/>
          <a:ext cx="0" cy="0"/>
          <a:chOff x="0" y="0"/>
          <a:chExt cx="0" cy="0"/>
        </a:xfrm>
      </p:grpSpPr>
      <p:sp>
        <p:nvSpPr>
          <p:cNvPr id="18" name="Google Shape;18;p5"/>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000"/>
              <a:buFont typeface="Arial Black"/>
              <a:buNone/>
              <a:defRPr b="1" i="0" sz="3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1"/>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1"/>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1"/>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1"/>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1"/>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 name="Google Shape;20;p5"/>
          <p:cNvSpPr/>
          <p:nvPr>
            <p:ph idx="2" type="pic"/>
          </p:nvPr>
        </p:nvSpPr>
        <p:spPr>
          <a:xfrm>
            <a:off x="5921375" y="416312"/>
            <a:ext cx="3222600" cy="44232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Aggie Blue)">
  <p:cSld name="02 - Image Left (Aggie Blue)">
    <p:spTree>
      <p:nvGrpSpPr>
        <p:cNvPr id="21" name="Shape 21"/>
        <p:cNvGrpSpPr/>
        <p:nvPr/>
      </p:nvGrpSpPr>
      <p:grpSpPr>
        <a:xfrm>
          <a:off x="0" y="0"/>
          <a:ext cx="0" cy="0"/>
          <a:chOff x="0" y="0"/>
          <a:chExt cx="0" cy="0"/>
        </a:xfrm>
      </p:grpSpPr>
      <p:sp>
        <p:nvSpPr>
          <p:cNvPr id="22" name="Google Shape;22;p6"/>
          <p:cNvSpPr/>
          <p:nvPr>
            <p:ph idx="2" type="pic"/>
          </p:nvPr>
        </p:nvSpPr>
        <p:spPr>
          <a:xfrm>
            <a:off x="-7434" y="408878"/>
            <a:ext cx="3222600" cy="4430700"/>
          </a:xfrm>
          <a:prstGeom prst="rect">
            <a:avLst/>
          </a:prstGeom>
          <a:noFill/>
          <a:ln>
            <a:noFill/>
          </a:ln>
        </p:spPr>
      </p:sp>
      <p:sp>
        <p:nvSpPr>
          <p:cNvPr id="23" name="Google Shape;23;p6"/>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000"/>
              <a:buFont typeface="Arial Black"/>
              <a:buNone/>
              <a:defRPr b="1" i="0" sz="3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
          <p:cNvSpPr txBox="1"/>
          <p:nvPr>
            <p:ph idx="1" type="body"/>
          </p:nvPr>
        </p:nvSpPr>
        <p:spPr>
          <a:xfrm>
            <a:off x="3489886" y="1882936"/>
            <a:ext cx="5355300" cy="27039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1"/>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1"/>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1"/>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1"/>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1"/>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Ending Slide (U State Logo) (White)">
  <p:cSld name="01 - Ending Slide (U State Logo) (White)">
    <p:spTree>
      <p:nvGrpSpPr>
        <p:cNvPr id="25" name="Shape 25"/>
        <p:cNvGrpSpPr/>
        <p:nvPr/>
      </p:nvGrpSpPr>
      <p:grpSpPr>
        <a:xfrm>
          <a:off x="0" y="0"/>
          <a:ext cx="0" cy="0"/>
          <a:chOff x="0" y="0"/>
          <a:chExt cx="0" cy="0"/>
        </a:xfrm>
      </p:grpSpPr>
      <p:pic>
        <p:nvPicPr>
          <p:cNvPr id="26" name="Google Shape;26;p7"/>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
        <p:nvSpPr>
          <p:cNvPr id="27" name="Google Shape;27;p7"/>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bg>
      <p:bgPr>
        <a:solidFill>
          <a:schemeClr val="dk1"/>
        </a:solidFill>
      </p:bgPr>
    </p:bg>
    <p:spTree>
      <p:nvGrpSpPr>
        <p:cNvPr id="28" name="Shape 2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itle Slide (White)">
  <p:cSld name="01 - Title Slide (White)">
    <p:bg>
      <p:bgPr>
        <a:solidFill>
          <a:schemeClr val="dk1"/>
        </a:solidFill>
      </p:bgPr>
    </p:bg>
    <p:spTree>
      <p:nvGrpSpPr>
        <p:cNvPr id="29" name="Shape 29"/>
        <p:cNvGrpSpPr/>
        <p:nvPr/>
      </p:nvGrpSpPr>
      <p:grpSpPr>
        <a:xfrm>
          <a:off x="0" y="0"/>
          <a:ext cx="0" cy="0"/>
          <a:chOff x="0" y="0"/>
          <a:chExt cx="0" cy="0"/>
        </a:xfrm>
      </p:grpSpPr>
      <p:sp>
        <p:nvSpPr>
          <p:cNvPr id="30" name="Google Shape;30;p9"/>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1" name="Google Shape;31;p9"/>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Slide (Electric Blue)">
  <p:cSld name="02 - Title Slide (Electric Blue)">
    <p:spTree>
      <p:nvGrpSpPr>
        <p:cNvPr id="32" name="Shape 32"/>
        <p:cNvGrpSpPr/>
        <p:nvPr/>
      </p:nvGrpSpPr>
      <p:grpSpPr>
        <a:xfrm>
          <a:off x="0" y="0"/>
          <a:ext cx="0" cy="0"/>
          <a:chOff x="0" y="0"/>
          <a:chExt cx="0" cy="0"/>
        </a:xfrm>
      </p:grpSpPr>
      <p:sp>
        <p:nvSpPr>
          <p:cNvPr id="33" name="Google Shape;33;p10"/>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4" name="Google Shape;34;p10"/>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Title Slide (White)">
  <p:cSld name="03 - Title Slide (White)">
    <p:bg>
      <p:bgPr>
        <a:solidFill>
          <a:schemeClr val="dk1"/>
        </a:solidFill>
      </p:bgPr>
    </p:bg>
    <p:spTree>
      <p:nvGrpSpPr>
        <p:cNvPr id="35" name="Shape 35"/>
        <p:cNvGrpSpPr/>
        <p:nvPr/>
      </p:nvGrpSpPr>
      <p:grpSpPr>
        <a:xfrm>
          <a:off x="0" y="0"/>
          <a:ext cx="0" cy="0"/>
          <a:chOff x="0" y="0"/>
          <a:chExt cx="0" cy="0"/>
        </a:xfrm>
      </p:grpSpPr>
      <p:sp>
        <p:nvSpPr>
          <p:cNvPr id="36" name="Google Shape;36;p11"/>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7" name="Google Shape;37;p11"/>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38" name="Google Shape;38;p11"/>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itle Slide (Electric Blue)">
  <p:cSld name="04 - Title Slide (Electric Blue)">
    <p:bg>
      <p:bgPr>
        <a:solidFill>
          <a:schemeClr val="dk1"/>
        </a:solidFill>
      </p:bgPr>
    </p:bg>
    <p:spTree>
      <p:nvGrpSpPr>
        <p:cNvPr id="39" name="Shape 39"/>
        <p:cNvGrpSpPr/>
        <p:nvPr/>
      </p:nvGrpSpPr>
      <p:grpSpPr>
        <a:xfrm>
          <a:off x="0" y="0"/>
          <a:ext cx="0" cy="0"/>
          <a:chOff x="0" y="0"/>
          <a:chExt cx="0" cy="0"/>
        </a:xfrm>
      </p:grpSpPr>
      <p:sp>
        <p:nvSpPr>
          <p:cNvPr id="40" name="Google Shape;40;p12"/>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1" name="Google Shape;41;p12"/>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42" name="Google Shape;42;p12"/>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U State Custom Slide (White)">
  <p:cSld name="01 - U State Custom Slide (White)">
    <p:spTree>
      <p:nvGrpSpPr>
        <p:cNvPr id="43" name="Shape 43"/>
        <p:cNvGrpSpPr/>
        <p:nvPr/>
      </p:nvGrpSpPr>
      <p:grpSpPr>
        <a:xfrm>
          <a:off x="0" y="0"/>
          <a:ext cx="0" cy="0"/>
          <a:chOff x="0" y="0"/>
          <a:chExt cx="0" cy="0"/>
        </a:xfrm>
      </p:grpSpPr>
      <p:sp>
        <p:nvSpPr>
          <p:cNvPr id="44" name="Google Shape;44;p13"/>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 name="Google Shape;45;p13"/>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46" name="Google Shape;46;p13"/>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U State Custom Slide (Electric Blue)">
  <p:cSld name="02 - U State Custom Slide (Electric Blue)">
    <p:spTree>
      <p:nvGrpSpPr>
        <p:cNvPr id="47" name="Shape 47"/>
        <p:cNvGrpSpPr/>
        <p:nvPr/>
      </p:nvGrpSpPr>
      <p:grpSpPr>
        <a:xfrm>
          <a:off x="0" y="0"/>
          <a:ext cx="0" cy="0"/>
          <a:chOff x="0" y="0"/>
          <a:chExt cx="0" cy="0"/>
        </a:xfrm>
      </p:grpSpPr>
      <p:sp>
        <p:nvSpPr>
          <p:cNvPr id="48" name="Google Shape;48;p14"/>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9" name="Google Shape;49;p14"/>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50" name="Google Shape;50;p14"/>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ustom Slide (Electric Blue)">
  <p:cSld name="02 - Custom Slide (Electric Blue)">
    <p:spTree>
      <p:nvGrpSpPr>
        <p:cNvPr id="51" name="Shape 51"/>
        <p:cNvGrpSpPr/>
        <p:nvPr/>
      </p:nvGrpSpPr>
      <p:grpSpPr>
        <a:xfrm>
          <a:off x="0" y="0"/>
          <a:ext cx="0" cy="0"/>
          <a:chOff x="0" y="0"/>
          <a:chExt cx="0" cy="0"/>
        </a:xfrm>
      </p:grpSpPr>
      <p:sp>
        <p:nvSpPr>
          <p:cNvPr id="52" name="Google Shape;52;p15"/>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53" name="Google Shape;53;p15"/>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U State Custom Sub-header (White)">
  <p:cSld name="01 - U State Custom Sub-header (White)">
    <p:spTree>
      <p:nvGrpSpPr>
        <p:cNvPr id="54" name="Shape 54"/>
        <p:cNvGrpSpPr/>
        <p:nvPr/>
      </p:nvGrpSpPr>
      <p:grpSpPr>
        <a:xfrm>
          <a:off x="0" y="0"/>
          <a:ext cx="0" cy="0"/>
          <a:chOff x="0" y="0"/>
          <a:chExt cx="0" cy="0"/>
        </a:xfrm>
      </p:grpSpPr>
      <p:sp>
        <p:nvSpPr>
          <p:cNvPr id="55" name="Google Shape;55;p16"/>
          <p:cNvSpPr txBox="1"/>
          <p:nvPr>
            <p:ph idx="1"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56" name="Google Shape;56;p16"/>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7" name="Google Shape;57;p16"/>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58" name="Google Shape;58;p16"/>
          <p:cNvSpPr txBox="1"/>
          <p:nvPr>
            <p:ph idx="2"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U State Custom Sub-header (Electric Blue)">
  <p:cSld name="02 - U State Custom Sub-header (Electric Blue)">
    <p:spTree>
      <p:nvGrpSpPr>
        <p:cNvPr id="59" name="Shape 59"/>
        <p:cNvGrpSpPr/>
        <p:nvPr/>
      </p:nvGrpSpPr>
      <p:grpSpPr>
        <a:xfrm>
          <a:off x="0" y="0"/>
          <a:ext cx="0" cy="0"/>
          <a:chOff x="0" y="0"/>
          <a:chExt cx="0" cy="0"/>
        </a:xfrm>
      </p:grpSpPr>
      <p:sp>
        <p:nvSpPr>
          <p:cNvPr id="60" name="Google Shape;60;p17"/>
          <p:cNvSpPr txBox="1"/>
          <p:nvPr>
            <p:ph idx="1"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61" name="Google Shape;61;p17"/>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2" name="Google Shape;62;p17"/>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63" name="Google Shape;63;p17"/>
          <p:cNvSpPr txBox="1"/>
          <p:nvPr>
            <p:ph idx="2"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ustom Sub-header (White)">
  <p:cSld name="01 - Custom Sub-header (White)">
    <p:spTree>
      <p:nvGrpSpPr>
        <p:cNvPr id="64" name="Shape 64"/>
        <p:cNvGrpSpPr/>
        <p:nvPr/>
      </p:nvGrpSpPr>
      <p:grpSpPr>
        <a:xfrm>
          <a:off x="0" y="0"/>
          <a:ext cx="0" cy="0"/>
          <a:chOff x="0" y="0"/>
          <a:chExt cx="0" cy="0"/>
        </a:xfrm>
      </p:grpSpPr>
      <p:sp>
        <p:nvSpPr>
          <p:cNvPr id="65" name="Google Shape;65;p18"/>
          <p:cNvSpPr txBox="1"/>
          <p:nvPr>
            <p:ph idx="1"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66" name="Google Shape;66;p18"/>
          <p:cNvSpPr txBox="1"/>
          <p:nvPr>
            <p:ph idx="2"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67" name="Google Shape;67;p18"/>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ustom Sub-header (Electric Blue)">
  <p:cSld name="02 - Custom Sub-header (Electric Blue)">
    <p:spTree>
      <p:nvGrpSpPr>
        <p:cNvPr id="68" name="Shape 68"/>
        <p:cNvGrpSpPr/>
        <p:nvPr/>
      </p:nvGrpSpPr>
      <p:grpSpPr>
        <a:xfrm>
          <a:off x="0" y="0"/>
          <a:ext cx="0" cy="0"/>
          <a:chOff x="0" y="0"/>
          <a:chExt cx="0" cy="0"/>
        </a:xfrm>
      </p:grpSpPr>
      <p:sp>
        <p:nvSpPr>
          <p:cNvPr id="69" name="Google Shape;69;p19"/>
          <p:cNvSpPr txBox="1"/>
          <p:nvPr>
            <p:ph idx="1"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70" name="Google Shape;70;p19"/>
          <p:cNvSpPr txBox="1"/>
          <p:nvPr>
            <p:ph idx="2"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71" name="Google Shape;71;p19"/>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hart Slide (White)">
  <p:cSld name="01 - Chart Slide (White)">
    <p:spTree>
      <p:nvGrpSpPr>
        <p:cNvPr id="72" name="Shape 72"/>
        <p:cNvGrpSpPr/>
        <p:nvPr/>
      </p:nvGrpSpPr>
      <p:grpSpPr>
        <a:xfrm>
          <a:off x="0" y="0"/>
          <a:ext cx="0" cy="0"/>
          <a:chOff x="0" y="0"/>
          <a:chExt cx="0" cy="0"/>
        </a:xfrm>
      </p:grpSpPr>
      <p:sp>
        <p:nvSpPr>
          <p:cNvPr id="73" name="Google Shape;73;p20"/>
          <p:cNvSpPr/>
          <p:nvPr>
            <p:ph idx="2" type="chart"/>
          </p:nvPr>
        </p:nvSpPr>
        <p:spPr>
          <a:xfrm>
            <a:off x="457448" y="1589305"/>
            <a:ext cx="8184600" cy="320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74" name="Google Shape;74;p20"/>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hart Slide (Electric Blue)">
  <p:cSld name="02 - Chart Slide (Electric Blue)">
    <p:spTree>
      <p:nvGrpSpPr>
        <p:cNvPr id="75" name="Shape 75"/>
        <p:cNvGrpSpPr/>
        <p:nvPr/>
      </p:nvGrpSpPr>
      <p:grpSpPr>
        <a:xfrm>
          <a:off x="0" y="0"/>
          <a:ext cx="0" cy="0"/>
          <a:chOff x="0" y="0"/>
          <a:chExt cx="0" cy="0"/>
        </a:xfrm>
      </p:grpSpPr>
      <p:sp>
        <p:nvSpPr>
          <p:cNvPr id="76" name="Google Shape;76;p21"/>
          <p:cNvSpPr/>
          <p:nvPr>
            <p:ph idx="2" type="chart"/>
          </p:nvPr>
        </p:nvSpPr>
        <p:spPr>
          <a:xfrm>
            <a:off x="457448" y="1589305"/>
            <a:ext cx="8184600" cy="320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77" name="Google Shape;77;p21"/>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wo Chart Slide (White)">
  <p:cSld name="01 - Two Chart Slide (White)">
    <p:spTree>
      <p:nvGrpSpPr>
        <p:cNvPr id="78" name="Shape 78"/>
        <p:cNvGrpSpPr/>
        <p:nvPr/>
      </p:nvGrpSpPr>
      <p:grpSpPr>
        <a:xfrm>
          <a:off x="0" y="0"/>
          <a:ext cx="0" cy="0"/>
          <a:chOff x="0" y="0"/>
          <a:chExt cx="0" cy="0"/>
        </a:xfrm>
      </p:grpSpPr>
      <p:sp>
        <p:nvSpPr>
          <p:cNvPr id="79" name="Google Shape;79;p22"/>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p:nvPr>
            <p:ph idx="2" type="chart"/>
          </p:nvPr>
        </p:nvSpPr>
        <p:spPr>
          <a:xfrm>
            <a:off x="430290" y="1638677"/>
            <a:ext cx="3977700" cy="305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81" name="Google Shape;81;p22"/>
          <p:cNvSpPr/>
          <p:nvPr>
            <p:ph idx="3" type="chart"/>
          </p:nvPr>
        </p:nvSpPr>
        <p:spPr>
          <a:xfrm>
            <a:off x="4667312" y="1638677"/>
            <a:ext cx="3977700" cy="305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wo Chart Slide (Electric Blue)">
  <p:cSld name="02 - Two Chart Slide (Electric Blue)">
    <p:spTree>
      <p:nvGrpSpPr>
        <p:cNvPr id="82" name="Shape 82"/>
        <p:cNvGrpSpPr/>
        <p:nvPr/>
      </p:nvGrpSpPr>
      <p:grpSpPr>
        <a:xfrm>
          <a:off x="0" y="0"/>
          <a:ext cx="0" cy="0"/>
          <a:chOff x="0" y="0"/>
          <a:chExt cx="0" cy="0"/>
        </a:xfrm>
      </p:grpSpPr>
      <p:sp>
        <p:nvSpPr>
          <p:cNvPr id="83" name="Google Shape;83;p23"/>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3"/>
          <p:cNvSpPr/>
          <p:nvPr>
            <p:ph idx="2" type="chart"/>
          </p:nvPr>
        </p:nvSpPr>
        <p:spPr>
          <a:xfrm>
            <a:off x="430290" y="1638677"/>
            <a:ext cx="3977700" cy="305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85" name="Google Shape;85;p23"/>
          <p:cNvSpPr/>
          <p:nvPr>
            <p:ph idx="3" type="chart"/>
          </p:nvPr>
        </p:nvSpPr>
        <p:spPr>
          <a:xfrm>
            <a:off x="4667312" y="1638677"/>
            <a:ext cx="3977700" cy="30510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White)">
  <p:cSld name="01 - Image Right (White)">
    <p:spTree>
      <p:nvGrpSpPr>
        <p:cNvPr id="86" name="Shape 86"/>
        <p:cNvGrpSpPr/>
        <p:nvPr/>
      </p:nvGrpSpPr>
      <p:grpSpPr>
        <a:xfrm>
          <a:off x="0" y="0"/>
          <a:ext cx="0" cy="0"/>
          <a:chOff x="0" y="0"/>
          <a:chExt cx="0" cy="0"/>
        </a:xfrm>
      </p:grpSpPr>
      <p:sp>
        <p:nvSpPr>
          <p:cNvPr id="87" name="Google Shape;87;p24"/>
          <p:cNvSpPr/>
          <p:nvPr>
            <p:ph idx="2" type="pic"/>
          </p:nvPr>
        </p:nvSpPr>
        <p:spPr>
          <a:xfrm>
            <a:off x="5921375" y="0"/>
            <a:ext cx="3222600" cy="5143500"/>
          </a:xfrm>
          <a:prstGeom prst="rect">
            <a:avLst/>
          </a:prstGeom>
          <a:noFill/>
          <a:ln>
            <a:noFill/>
          </a:ln>
        </p:spPr>
      </p:sp>
      <p:sp>
        <p:nvSpPr>
          <p:cNvPr id="88" name="Google Shape;88;p24"/>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4"/>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White)">
  <p:cSld name="02 - Image Left (White)">
    <p:spTree>
      <p:nvGrpSpPr>
        <p:cNvPr id="90" name="Shape 90"/>
        <p:cNvGrpSpPr/>
        <p:nvPr/>
      </p:nvGrpSpPr>
      <p:grpSpPr>
        <a:xfrm>
          <a:off x="0" y="0"/>
          <a:ext cx="0" cy="0"/>
          <a:chOff x="0" y="0"/>
          <a:chExt cx="0" cy="0"/>
        </a:xfrm>
      </p:grpSpPr>
      <p:sp>
        <p:nvSpPr>
          <p:cNvPr id="91" name="Google Shape;91;p25"/>
          <p:cNvSpPr/>
          <p:nvPr>
            <p:ph idx="2" type="pic"/>
          </p:nvPr>
        </p:nvSpPr>
        <p:spPr>
          <a:xfrm>
            <a:off x="0" y="0"/>
            <a:ext cx="3222600" cy="5143500"/>
          </a:xfrm>
          <a:prstGeom prst="rect">
            <a:avLst/>
          </a:prstGeom>
          <a:noFill/>
          <a:ln>
            <a:noFill/>
          </a:ln>
        </p:spPr>
      </p:sp>
      <p:sp>
        <p:nvSpPr>
          <p:cNvPr id="92" name="Google Shape;92;p25"/>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5"/>
          <p:cNvSpPr txBox="1"/>
          <p:nvPr>
            <p:ph idx="1" type="body"/>
          </p:nvPr>
        </p:nvSpPr>
        <p:spPr>
          <a:xfrm>
            <a:off x="3489886" y="1882936"/>
            <a:ext cx="5355300" cy="27039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Electric Blue)">
  <p:cSld name="01 - Image Right (Electric Blue)">
    <p:spTree>
      <p:nvGrpSpPr>
        <p:cNvPr id="94" name="Shape 94"/>
        <p:cNvGrpSpPr/>
        <p:nvPr/>
      </p:nvGrpSpPr>
      <p:grpSpPr>
        <a:xfrm>
          <a:off x="0" y="0"/>
          <a:ext cx="0" cy="0"/>
          <a:chOff x="0" y="0"/>
          <a:chExt cx="0" cy="0"/>
        </a:xfrm>
      </p:grpSpPr>
      <p:sp>
        <p:nvSpPr>
          <p:cNvPr id="95" name="Google Shape;95;p26"/>
          <p:cNvSpPr/>
          <p:nvPr>
            <p:ph idx="2" type="pic"/>
          </p:nvPr>
        </p:nvSpPr>
        <p:spPr>
          <a:xfrm>
            <a:off x="5921375" y="0"/>
            <a:ext cx="3222600" cy="5143500"/>
          </a:xfrm>
          <a:prstGeom prst="rect">
            <a:avLst/>
          </a:prstGeom>
          <a:noFill/>
          <a:ln>
            <a:noFill/>
          </a:ln>
        </p:spPr>
      </p:sp>
      <p:sp>
        <p:nvSpPr>
          <p:cNvPr id="96" name="Google Shape;96;p26"/>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6"/>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Electric Blue)">
  <p:cSld name="02 - Image Left (Electric Blue)">
    <p:spTree>
      <p:nvGrpSpPr>
        <p:cNvPr id="98" name="Shape 98"/>
        <p:cNvGrpSpPr/>
        <p:nvPr/>
      </p:nvGrpSpPr>
      <p:grpSpPr>
        <a:xfrm>
          <a:off x="0" y="0"/>
          <a:ext cx="0" cy="0"/>
          <a:chOff x="0" y="0"/>
          <a:chExt cx="0" cy="0"/>
        </a:xfrm>
      </p:grpSpPr>
      <p:sp>
        <p:nvSpPr>
          <p:cNvPr id="99" name="Google Shape;99;p27"/>
          <p:cNvSpPr/>
          <p:nvPr>
            <p:ph idx="2" type="pic"/>
          </p:nvPr>
        </p:nvSpPr>
        <p:spPr>
          <a:xfrm>
            <a:off x="0" y="0"/>
            <a:ext cx="3222600" cy="5143500"/>
          </a:xfrm>
          <a:prstGeom prst="rect">
            <a:avLst/>
          </a:prstGeom>
          <a:noFill/>
          <a:ln>
            <a:noFill/>
          </a:ln>
        </p:spPr>
      </p:sp>
      <p:sp>
        <p:nvSpPr>
          <p:cNvPr id="100" name="Google Shape;100;p27"/>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7"/>
          <p:cNvSpPr txBox="1"/>
          <p:nvPr>
            <p:ph idx="1" type="body"/>
          </p:nvPr>
        </p:nvSpPr>
        <p:spPr>
          <a:xfrm>
            <a:off x="3489886" y="1882936"/>
            <a:ext cx="5355300" cy="2711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rio Images (White)">
  <p:cSld name="01 - Trio Images (White)">
    <p:spTree>
      <p:nvGrpSpPr>
        <p:cNvPr id="102" name="Shape 102"/>
        <p:cNvGrpSpPr/>
        <p:nvPr/>
      </p:nvGrpSpPr>
      <p:grpSpPr>
        <a:xfrm>
          <a:off x="0" y="0"/>
          <a:ext cx="0" cy="0"/>
          <a:chOff x="0" y="0"/>
          <a:chExt cx="0" cy="0"/>
        </a:xfrm>
      </p:grpSpPr>
      <p:sp>
        <p:nvSpPr>
          <p:cNvPr id="103" name="Google Shape;103;p28"/>
          <p:cNvSpPr/>
          <p:nvPr>
            <p:ph idx="2" type="pic"/>
          </p:nvPr>
        </p:nvSpPr>
        <p:spPr>
          <a:xfrm>
            <a:off x="389296" y="1606272"/>
            <a:ext cx="2598300" cy="3080100"/>
          </a:xfrm>
          <a:prstGeom prst="rect">
            <a:avLst/>
          </a:prstGeom>
          <a:noFill/>
          <a:ln>
            <a:noFill/>
          </a:ln>
        </p:spPr>
      </p:sp>
      <p:sp>
        <p:nvSpPr>
          <p:cNvPr id="104" name="Google Shape;104;p28"/>
          <p:cNvSpPr/>
          <p:nvPr>
            <p:ph idx="3" type="pic"/>
          </p:nvPr>
        </p:nvSpPr>
        <p:spPr>
          <a:xfrm>
            <a:off x="3295455" y="1606272"/>
            <a:ext cx="2598300" cy="3080100"/>
          </a:xfrm>
          <a:prstGeom prst="rect">
            <a:avLst/>
          </a:prstGeom>
          <a:noFill/>
          <a:ln>
            <a:noFill/>
          </a:ln>
        </p:spPr>
      </p:sp>
      <p:sp>
        <p:nvSpPr>
          <p:cNvPr id="105" name="Google Shape;105;p28"/>
          <p:cNvSpPr/>
          <p:nvPr>
            <p:ph idx="4" type="pic"/>
          </p:nvPr>
        </p:nvSpPr>
        <p:spPr>
          <a:xfrm>
            <a:off x="6192561" y="1606272"/>
            <a:ext cx="2598300" cy="3080100"/>
          </a:xfrm>
          <a:prstGeom prst="rect">
            <a:avLst/>
          </a:prstGeom>
          <a:noFill/>
          <a:ln>
            <a:noFill/>
          </a:ln>
        </p:spPr>
      </p:sp>
      <p:sp>
        <p:nvSpPr>
          <p:cNvPr id="106" name="Google Shape;106;p28"/>
          <p:cNvSpPr txBox="1"/>
          <p:nvPr>
            <p:ph type="title"/>
          </p:nvPr>
        </p:nvSpPr>
        <p:spPr>
          <a:xfrm>
            <a:off x="384551" y="321164"/>
            <a:ext cx="8406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rio Images (Electric Blue)">
  <p:cSld name="02 - Trio Images (Electric Blue)">
    <p:spTree>
      <p:nvGrpSpPr>
        <p:cNvPr id="107" name="Shape 107"/>
        <p:cNvGrpSpPr/>
        <p:nvPr/>
      </p:nvGrpSpPr>
      <p:grpSpPr>
        <a:xfrm>
          <a:off x="0" y="0"/>
          <a:ext cx="0" cy="0"/>
          <a:chOff x="0" y="0"/>
          <a:chExt cx="0" cy="0"/>
        </a:xfrm>
      </p:grpSpPr>
      <p:sp>
        <p:nvSpPr>
          <p:cNvPr id="108" name="Google Shape;108;p29"/>
          <p:cNvSpPr/>
          <p:nvPr>
            <p:ph idx="2" type="pic"/>
          </p:nvPr>
        </p:nvSpPr>
        <p:spPr>
          <a:xfrm>
            <a:off x="389296" y="1606272"/>
            <a:ext cx="2598300" cy="3080100"/>
          </a:xfrm>
          <a:prstGeom prst="rect">
            <a:avLst/>
          </a:prstGeom>
          <a:noFill/>
          <a:ln>
            <a:noFill/>
          </a:ln>
        </p:spPr>
      </p:sp>
      <p:sp>
        <p:nvSpPr>
          <p:cNvPr id="109" name="Google Shape;109;p29"/>
          <p:cNvSpPr/>
          <p:nvPr>
            <p:ph idx="3" type="pic"/>
          </p:nvPr>
        </p:nvSpPr>
        <p:spPr>
          <a:xfrm>
            <a:off x="3295455" y="1606272"/>
            <a:ext cx="2598300" cy="3080100"/>
          </a:xfrm>
          <a:prstGeom prst="rect">
            <a:avLst/>
          </a:prstGeom>
          <a:noFill/>
          <a:ln>
            <a:noFill/>
          </a:ln>
        </p:spPr>
      </p:sp>
      <p:sp>
        <p:nvSpPr>
          <p:cNvPr id="110" name="Google Shape;110;p29"/>
          <p:cNvSpPr/>
          <p:nvPr>
            <p:ph idx="4" type="pic"/>
          </p:nvPr>
        </p:nvSpPr>
        <p:spPr>
          <a:xfrm>
            <a:off x="6192561" y="1606272"/>
            <a:ext cx="2598300" cy="3080100"/>
          </a:xfrm>
          <a:prstGeom prst="rect">
            <a:avLst/>
          </a:prstGeom>
          <a:noFill/>
          <a:ln>
            <a:noFill/>
          </a:ln>
        </p:spPr>
      </p:sp>
      <p:sp>
        <p:nvSpPr>
          <p:cNvPr id="111" name="Google Shape;111;p29"/>
          <p:cNvSpPr txBox="1"/>
          <p:nvPr>
            <p:ph type="title"/>
          </p:nvPr>
        </p:nvSpPr>
        <p:spPr>
          <a:xfrm>
            <a:off x="384551" y="321164"/>
            <a:ext cx="8406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ull Bleed Image">
  <p:cSld name="01 - Full Bleed Image">
    <p:spTree>
      <p:nvGrpSpPr>
        <p:cNvPr id="112" name="Shape 112"/>
        <p:cNvGrpSpPr/>
        <p:nvPr/>
      </p:nvGrpSpPr>
      <p:grpSpPr>
        <a:xfrm>
          <a:off x="0" y="0"/>
          <a:ext cx="0" cy="0"/>
          <a:chOff x="0" y="0"/>
          <a:chExt cx="0" cy="0"/>
        </a:xfrm>
      </p:grpSpPr>
      <p:sp>
        <p:nvSpPr>
          <p:cNvPr id="113" name="Google Shape;113;p30"/>
          <p:cNvSpPr/>
          <p:nvPr>
            <p:ph idx="2" type="pic"/>
          </p:nvPr>
        </p:nvSpPr>
        <p:spPr>
          <a:xfrm>
            <a:off x="0" y="0"/>
            <a:ext cx="9144000" cy="514350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wo Full Images">
  <p:cSld name="02 - Two Full Images">
    <p:spTree>
      <p:nvGrpSpPr>
        <p:cNvPr id="114" name="Shape 114"/>
        <p:cNvGrpSpPr/>
        <p:nvPr/>
      </p:nvGrpSpPr>
      <p:grpSpPr>
        <a:xfrm>
          <a:off x="0" y="0"/>
          <a:ext cx="0" cy="0"/>
          <a:chOff x="0" y="0"/>
          <a:chExt cx="0" cy="0"/>
        </a:xfrm>
      </p:grpSpPr>
      <p:sp>
        <p:nvSpPr>
          <p:cNvPr id="115" name="Google Shape;115;p31"/>
          <p:cNvSpPr/>
          <p:nvPr>
            <p:ph idx="2" type="pic"/>
          </p:nvPr>
        </p:nvSpPr>
        <p:spPr>
          <a:xfrm>
            <a:off x="0" y="0"/>
            <a:ext cx="4572000" cy="5143500"/>
          </a:xfrm>
          <a:prstGeom prst="rect">
            <a:avLst/>
          </a:prstGeom>
          <a:noFill/>
          <a:ln>
            <a:noFill/>
          </a:ln>
        </p:spPr>
      </p:sp>
      <p:sp>
        <p:nvSpPr>
          <p:cNvPr id="116" name="Google Shape;116;p31"/>
          <p:cNvSpPr/>
          <p:nvPr>
            <p:ph idx="3" type="pic"/>
          </p:nvPr>
        </p:nvSpPr>
        <p:spPr>
          <a:xfrm>
            <a:off x="4572000" y="0"/>
            <a:ext cx="4572000" cy="514350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Ending Slide (Wordmark + U State) (White)">
  <p:cSld name="02 - Ending Slide (Wordmark + U State) (White)">
    <p:spTree>
      <p:nvGrpSpPr>
        <p:cNvPr id="117" name="Shape 117"/>
        <p:cNvGrpSpPr/>
        <p:nvPr/>
      </p:nvGrpSpPr>
      <p:grpSpPr>
        <a:xfrm>
          <a:off x="0" y="0"/>
          <a:ext cx="0" cy="0"/>
          <a:chOff x="0" y="0"/>
          <a:chExt cx="0" cy="0"/>
        </a:xfrm>
      </p:grpSpPr>
      <p:pic>
        <p:nvPicPr>
          <p:cNvPr id="118" name="Google Shape;118;p32"/>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119" name="Google Shape;119;p32"/>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
        <p:nvSpPr>
          <p:cNvPr id="120" name="Google Shape;120;p32"/>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Ending Slide (U State Logo) (Electric Blue)">
  <p:cSld name="01 - Ending Slide (U State Logo) (Electric Blue)">
    <p:spTree>
      <p:nvGrpSpPr>
        <p:cNvPr id="121" name="Shape 121"/>
        <p:cNvGrpSpPr/>
        <p:nvPr/>
      </p:nvGrpSpPr>
      <p:grpSpPr>
        <a:xfrm>
          <a:off x="0" y="0"/>
          <a:ext cx="0" cy="0"/>
          <a:chOff x="0" y="0"/>
          <a:chExt cx="0" cy="0"/>
        </a:xfrm>
      </p:grpSpPr>
      <p:pic>
        <p:nvPicPr>
          <p:cNvPr id="122" name="Google Shape;122;p33"/>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
        <p:nvSpPr>
          <p:cNvPr id="123" name="Google Shape;123;p33"/>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Ending Slide (Wordmark + U State) (Electric Blue)">
  <p:cSld name="02 - Ending Slide (Wordmark + U State) (Electric Blue)">
    <p:spTree>
      <p:nvGrpSpPr>
        <p:cNvPr id="124" name="Shape 124"/>
        <p:cNvGrpSpPr/>
        <p:nvPr/>
      </p:nvGrpSpPr>
      <p:grpSpPr>
        <a:xfrm>
          <a:off x="0" y="0"/>
          <a:ext cx="0" cy="0"/>
          <a:chOff x="0" y="0"/>
          <a:chExt cx="0" cy="0"/>
        </a:xfrm>
      </p:grpSpPr>
      <p:pic>
        <p:nvPicPr>
          <p:cNvPr id="125" name="Google Shape;125;p34"/>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126" name="Google Shape;126;p34"/>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
        <p:nvSpPr>
          <p:cNvPr id="127" name="Google Shape;127;p34"/>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 name="Shape 128"/>
        <p:cNvGrpSpPr/>
        <p:nvPr/>
      </p:nvGrpSpPr>
      <p:grpSpPr>
        <a:xfrm>
          <a:off x="0" y="0"/>
          <a:ext cx="0" cy="0"/>
          <a:chOff x="0" y="0"/>
          <a:chExt cx="0" cy="0"/>
        </a:xfrm>
      </p:grpSpPr>
      <p:grpSp>
        <p:nvGrpSpPr>
          <p:cNvPr id="129" name="Google Shape;129;p35"/>
          <p:cNvGrpSpPr/>
          <p:nvPr/>
        </p:nvGrpSpPr>
        <p:grpSpPr>
          <a:xfrm>
            <a:off x="4350279" y="2855377"/>
            <a:ext cx="443589" cy="105632"/>
            <a:chOff x="4137525" y="2915950"/>
            <a:chExt cx="869100" cy="207000"/>
          </a:xfrm>
        </p:grpSpPr>
        <p:sp>
          <p:nvSpPr>
            <p:cNvPr id="130" name="Google Shape;130;p35"/>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5"/>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5"/>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35"/>
          <p:cNvSpPr txBox="1"/>
          <p:nvPr>
            <p:ph type="ctrTitle"/>
          </p:nvPr>
        </p:nvSpPr>
        <p:spPr>
          <a:xfrm>
            <a:off x="671258" y="990800"/>
            <a:ext cx="7801500" cy="1730100"/>
          </a:xfrm>
          <a:prstGeom prst="rect">
            <a:avLst/>
          </a:prstGeom>
        </p:spPr>
        <p:txBody>
          <a:bodyPr anchorCtr="0" anchor="b" bIns="45700" lIns="91425" spcFirstLastPara="1" rIns="91425" wrap="square" tIns="4570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34" name="Google Shape;134;p35"/>
          <p:cNvSpPr txBox="1"/>
          <p:nvPr>
            <p:ph idx="1" type="subTitle"/>
          </p:nvPr>
        </p:nvSpPr>
        <p:spPr>
          <a:xfrm>
            <a:off x="671250" y="3174876"/>
            <a:ext cx="7801500" cy="792600"/>
          </a:xfrm>
          <a:prstGeom prst="rect">
            <a:avLst/>
          </a:prstGeom>
        </p:spPr>
        <p:txBody>
          <a:bodyPr anchorCtr="0" anchor="t" bIns="45700" lIns="91425" spcFirstLastPara="1" rIns="91425" wrap="square" tIns="45700">
            <a:normAutofit/>
          </a:bodyPr>
          <a:lstStyle>
            <a:lvl1pPr lvl="0" algn="ctr">
              <a:lnSpc>
                <a:spcPct val="100000"/>
              </a:lnSpc>
              <a:spcBef>
                <a:spcPts val="640"/>
              </a:spcBef>
              <a:spcAft>
                <a:spcPts val="0"/>
              </a:spcAft>
              <a:buSzPts val="2100"/>
              <a:buNone/>
              <a:defRPr sz="2100"/>
            </a:lvl1pPr>
            <a:lvl2pPr lvl="1" algn="ctr">
              <a:lnSpc>
                <a:spcPct val="100000"/>
              </a:lnSpc>
              <a:spcBef>
                <a:spcPts val="560"/>
              </a:spcBef>
              <a:spcAft>
                <a:spcPts val="0"/>
              </a:spcAft>
              <a:buSzPts val="2100"/>
              <a:buNone/>
              <a:defRPr sz="2100"/>
            </a:lvl2pPr>
            <a:lvl3pPr lvl="2" algn="ctr">
              <a:lnSpc>
                <a:spcPct val="100000"/>
              </a:lnSpc>
              <a:spcBef>
                <a:spcPts val="480"/>
              </a:spcBef>
              <a:spcAft>
                <a:spcPts val="0"/>
              </a:spcAft>
              <a:buSzPts val="2100"/>
              <a:buNone/>
              <a:defRPr sz="2100"/>
            </a:lvl3pPr>
            <a:lvl4pPr lvl="3" algn="ctr">
              <a:lnSpc>
                <a:spcPct val="100000"/>
              </a:lnSpc>
              <a:spcBef>
                <a:spcPts val="400"/>
              </a:spcBef>
              <a:spcAft>
                <a:spcPts val="0"/>
              </a:spcAft>
              <a:buSzPts val="2100"/>
              <a:buNone/>
              <a:defRPr sz="2100"/>
            </a:lvl4pPr>
            <a:lvl5pPr lvl="4" algn="ctr">
              <a:lnSpc>
                <a:spcPct val="100000"/>
              </a:lnSpc>
              <a:spcBef>
                <a:spcPts val="400"/>
              </a:spcBef>
              <a:spcAft>
                <a:spcPts val="0"/>
              </a:spcAft>
              <a:buSzPts val="2100"/>
              <a:buNone/>
              <a:defRPr sz="2100"/>
            </a:lvl5pPr>
            <a:lvl6pPr lvl="5" algn="ctr">
              <a:lnSpc>
                <a:spcPct val="100000"/>
              </a:lnSpc>
              <a:spcBef>
                <a:spcPts val="400"/>
              </a:spcBef>
              <a:spcAft>
                <a:spcPts val="0"/>
              </a:spcAft>
              <a:buSzPts val="2100"/>
              <a:buNone/>
              <a:defRPr sz="2100"/>
            </a:lvl6pPr>
            <a:lvl7pPr lvl="6" algn="ctr">
              <a:lnSpc>
                <a:spcPct val="100000"/>
              </a:lnSpc>
              <a:spcBef>
                <a:spcPts val="400"/>
              </a:spcBef>
              <a:spcAft>
                <a:spcPts val="0"/>
              </a:spcAft>
              <a:buSzPts val="2100"/>
              <a:buNone/>
              <a:defRPr sz="2100"/>
            </a:lvl7pPr>
            <a:lvl8pPr lvl="7" algn="ctr">
              <a:lnSpc>
                <a:spcPct val="100000"/>
              </a:lnSpc>
              <a:spcBef>
                <a:spcPts val="400"/>
              </a:spcBef>
              <a:spcAft>
                <a:spcPts val="0"/>
              </a:spcAft>
              <a:buSzPts val="2100"/>
              <a:buNone/>
              <a:defRPr sz="2100"/>
            </a:lvl8pPr>
            <a:lvl9pPr lvl="8" algn="ctr">
              <a:lnSpc>
                <a:spcPct val="100000"/>
              </a:lnSpc>
              <a:spcBef>
                <a:spcPts val="400"/>
              </a:spcBef>
              <a:spcAft>
                <a:spcPts val="0"/>
              </a:spcAft>
              <a:buSzPts val="2100"/>
              <a:buNone/>
              <a:defRPr sz="2100"/>
            </a:lvl9pPr>
          </a:lstStyle>
          <a:p/>
        </p:txBody>
      </p:sp>
      <p:sp>
        <p:nvSpPr>
          <p:cNvPr id="135" name="Google Shape;135;p3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6" name="Shape 136"/>
        <p:cNvGrpSpPr/>
        <p:nvPr/>
      </p:nvGrpSpPr>
      <p:grpSpPr>
        <a:xfrm>
          <a:off x="0" y="0"/>
          <a:ext cx="0" cy="0"/>
          <a:chOff x="0" y="0"/>
          <a:chExt cx="0" cy="0"/>
        </a:xfrm>
      </p:grpSpPr>
      <p:sp>
        <p:nvSpPr>
          <p:cNvPr id="137" name="Google Shape;137;p36"/>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6"/>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139" name="Google Shape;139;p3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itle Slide (Aggie Blue)">
  <p:cSld name="01 - Title Slide (Aggie Blue)">
    <p:spTree>
      <p:nvGrpSpPr>
        <p:cNvPr id="144" name="Shape 144"/>
        <p:cNvGrpSpPr/>
        <p:nvPr/>
      </p:nvGrpSpPr>
      <p:grpSpPr>
        <a:xfrm>
          <a:off x="0" y="0"/>
          <a:ext cx="0" cy="0"/>
          <a:chOff x="0" y="0"/>
          <a:chExt cx="0" cy="0"/>
        </a:xfrm>
      </p:grpSpPr>
      <p:sp>
        <p:nvSpPr>
          <p:cNvPr id="145" name="Google Shape;145;p38"/>
          <p:cNvSpPr txBox="1"/>
          <p:nvPr>
            <p:ph type="title"/>
          </p:nvPr>
        </p:nvSpPr>
        <p:spPr>
          <a:xfrm>
            <a:off x="460375" y="805496"/>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5000"/>
              <a:buFont typeface="Arial Black"/>
              <a:buNone/>
              <a:defRPr b="1" i="0" sz="5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6" name="Google Shape;146;p38"/>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p:cSld name="Section Cover">
    <p:bg>
      <p:bgPr>
        <a:solidFill>
          <a:schemeClr val="dk1"/>
        </a:solidFill>
      </p:bgPr>
    </p:bg>
    <p:spTree>
      <p:nvGrpSpPr>
        <p:cNvPr id="147" name="Shape 147"/>
        <p:cNvGrpSpPr/>
        <p:nvPr/>
      </p:nvGrpSpPr>
      <p:grpSpPr>
        <a:xfrm>
          <a:off x="0" y="0"/>
          <a:ext cx="0" cy="0"/>
          <a:chOff x="0" y="0"/>
          <a:chExt cx="0" cy="0"/>
        </a:xfrm>
      </p:grpSpPr>
      <p:sp>
        <p:nvSpPr>
          <p:cNvPr id="148" name="Google Shape;148;p39"/>
          <p:cNvSpPr txBox="1"/>
          <p:nvPr>
            <p:ph type="title"/>
          </p:nvPr>
        </p:nvSpPr>
        <p:spPr>
          <a:xfrm>
            <a:off x="1405053" y="2237678"/>
            <a:ext cx="6057300" cy="615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2"/>
              </a:buClr>
              <a:buSzPts val="3500"/>
              <a:buFont typeface="Arial Black"/>
              <a:buNone/>
              <a:defRPr b="1" i="0" sz="35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ustom Slide (White)">
  <p:cSld name="01 - Custom Slide (White)">
    <p:spTree>
      <p:nvGrpSpPr>
        <p:cNvPr id="149" name="Shape 149"/>
        <p:cNvGrpSpPr/>
        <p:nvPr/>
      </p:nvGrpSpPr>
      <p:grpSpPr>
        <a:xfrm>
          <a:off x="0" y="0"/>
          <a:ext cx="0" cy="0"/>
          <a:chOff x="0" y="0"/>
          <a:chExt cx="0" cy="0"/>
        </a:xfrm>
      </p:grpSpPr>
      <p:sp>
        <p:nvSpPr>
          <p:cNvPr id="150" name="Google Shape;150;p40"/>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1" name="Google Shape;151;p40"/>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Aggie Blue)">
  <p:cSld name="01 - Image Right (Aggie Blue)">
    <p:spTree>
      <p:nvGrpSpPr>
        <p:cNvPr id="152" name="Shape 152"/>
        <p:cNvGrpSpPr/>
        <p:nvPr/>
      </p:nvGrpSpPr>
      <p:grpSpPr>
        <a:xfrm>
          <a:off x="0" y="0"/>
          <a:ext cx="0" cy="0"/>
          <a:chOff x="0" y="0"/>
          <a:chExt cx="0" cy="0"/>
        </a:xfrm>
      </p:grpSpPr>
      <p:sp>
        <p:nvSpPr>
          <p:cNvPr id="153" name="Google Shape;153;p41"/>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000"/>
              <a:buFont typeface="Arial Black"/>
              <a:buNone/>
              <a:defRPr b="1" i="0" sz="3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41"/>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1"/>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1"/>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1"/>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1"/>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1"/>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55" name="Google Shape;155;p41"/>
          <p:cNvSpPr/>
          <p:nvPr>
            <p:ph idx="2" type="pic"/>
          </p:nvPr>
        </p:nvSpPr>
        <p:spPr>
          <a:xfrm>
            <a:off x="5921375" y="416312"/>
            <a:ext cx="3222600" cy="44232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Aggie Blue)">
  <p:cSld name="02 - Image Left (Aggie Blue)">
    <p:spTree>
      <p:nvGrpSpPr>
        <p:cNvPr id="156" name="Shape 156"/>
        <p:cNvGrpSpPr/>
        <p:nvPr/>
      </p:nvGrpSpPr>
      <p:grpSpPr>
        <a:xfrm>
          <a:off x="0" y="0"/>
          <a:ext cx="0" cy="0"/>
          <a:chOff x="0" y="0"/>
          <a:chExt cx="0" cy="0"/>
        </a:xfrm>
      </p:grpSpPr>
      <p:sp>
        <p:nvSpPr>
          <p:cNvPr id="157" name="Google Shape;157;p42"/>
          <p:cNvSpPr/>
          <p:nvPr>
            <p:ph idx="2" type="pic"/>
          </p:nvPr>
        </p:nvSpPr>
        <p:spPr>
          <a:xfrm>
            <a:off x="-7434" y="408878"/>
            <a:ext cx="3222600" cy="4430700"/>
          </a:xfrm>
          <a:prstGeom prst="rect">
            <a:avLst/>
          </a:prstGeom>
          <a:noFill/>
          <a:ln>
            <a:noFill/>
          </a:ln>
        </p:spPr>
      </p:sp>
      <p:sp>
        <p:nvSpPr>
          <p:cNvPr id="158" name="Google Shape;158;p42"/>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000"/>
              <a:buFont typeface="Arial Black"/>
              <a:buNone/>
              <a:defRPr b="1" i="0" sz="3000">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42"/>
          <p:cNvSpPr txBox="1"/>
          <p:nvPr>
            <p:ph idx="1" type="body"/>
          </p:nvPr>
        </p:nvSpPr>
        <p:spPr>
          <a:xfrm>
            <a:off x="3489886" y="1882936"/>
            <a:ext cx="5355300" cy="27039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1"/>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1"/>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1"/>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1"/>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1"/>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Ending Slide (U State Logo) (White)">
  <p:cSld name="01 - Ending Slide (U State Logo) (White)">
    <p:spTree>
      <p:nvGrpSpPr>
        <p:cNvPr id="160" name="Shape 160"/>
        <p:cNvGrpSpPr/>
        <p:nvPr/>
      </p:nvGrpSpPr>
      <p:grpSpPr>
        <a:xfrm>
          <a:off x="0" y="0"/>
          <a:ext cx="0" cy="0"/>
          <a:chOff x="0" y="0"/>
          <a:chExt cx="0" cy="0"/>
        </a:xfrm>
      </p:grpSpPr>
      <p:pic>
        <p:nvPicPr>
          <p:cNvPr id="161" name="Google Shape;161;p43"/>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
        <p:nvSpPr>
          <p:cNvPr id="162" name="Google Shape;162;p43"/>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bg>
      <p:bgPr>
        <a:solidFill>
          <a:schemeClr val="dk1"/>
        </a:solidFill>
      </p:bgPr>
    </p:bg>
    <p:spTree>
      <p:nvGrpSpPr>
        <p:cNvPr id="163" name="Shape 163"/>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itle Slide (White)">
  <p:cSld name="01 - Title Slide (White)">
    <p:bg>
      <p:bgPr>
        <a:solidFill>
          <a:schemeClr val="dk1"/>
        </a:solidFill>
      </p:bgPr>
    </p:bg>
    <p:spTree>
      <p:nvGrpSpPr>
        <p:cNvPr id="164" name="Shape 164"/>
        <p:cNvGrpSpPr/>
        <p:nvPr/>
      </p:nvGrpSpPr>
      <p:grpSpPr>
        <a:xfrm>
          <a:off x="0" y="0"/>
          <a:ext cx="0" cy="0"/>
          <a:chOff x="0" y="0"/>
          <a:chExt cx="0" cy="0"/>
        </a:xfrm>
      </p:grpSpPr>
      <p:sp>
        <p:nvSpPr>
          <p:cNvPr id="165" name="Google Shape;165;p45"/>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6" name="Google Shape;166;p45"/>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Slide (Electric Blue)">
  <p:cSld name="02 - Title Slide (Electric Blue)">
    <p:spTree>
      <p:nvGrpSpPr>
        <p:cNvPr id="167" name="Shape 167"/>
        <p:cNvGrpSpPr/>
        <p:nvPr/>
      </p:nvGrpSpPr>
      <p:grpSpPr>
        <a:xfrm>
          <a:off x="0" y="0"/>
          <a:ext cx="0" cy="0"/>
          <a:chOff x="0" y="0"/>
          <a:chExt cx="0" cy="0"/>
        </a:xfrm>
      </p:grpSpPr>
      <p:sp>
        <p:nvSpPr>
          <p:cNvPr id="168" name="Google Shape;168;p46"/>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9" name="Google Shape;169;p46"/>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Title Slide (White)">
  <p:cSld name="03 - Title Slide (White)">
    <p:bg>
      <p:bgPr>
        <a:solidFill>
          <a:schemeClr val="dk1"/>
        </a:solidFill>
      </p:bgPr>
    </p:bg>
    <p:spTree>
      <p:nvGrpSpPr>
        <p:cNvPr id="170" name="Shape 170"/>
        <p:cNvGrpSpPr/>
        <p:nvPr/>
      </p:nvGrpSpPr>
      <p:grpSpPr>
        <a:xfrm>
          <a:off x="0" y="0"/>
          <a:ext cx="0" cy="0"/>
          <a:chOff x="0" y="0"/>
          <a:chExt cx="0" cy="0"/>
        </a:xfrm>
      </p:grpSpPr>
      <p:sp>
        <p:nvSpPr>
          <p:cNvPr id="171" name="Google Shape;171;p47"/>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2" name="Google Shape;172;p47"/>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173" name="Google Shape;173;p47"/>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itle Slide (Electric Blue)">
  <p:cSld name="04 - Title Slide (Electric Blue)">
    <p:bg>
      <p:bgPr>
        <a:solidFill>
          <a:schemeClr val="dk1"/>
        </a:solidFill>
      </p:bgPr>
    </p:bg>
    <p:spTree>
      <p:nvGrpSpPr>
        <p:cNvPr id="174" name="Shape 174"/>
        <p:cNvGrpSpPr/>
        <p:nvPr/>
      </p:nvGrpSpPr>
      <p:grpSpPr>
        <a:xfrm>
          <a:off x="0" y="0"/>
          <a:ext cx="0" cy="0"/>
          <a:chOff x="0" y="0"/>
          <a:chExt cx="0" cy="0"/>
        </a:xfrm>
      </p:grpSpPr>
      <p:sp>
        <p:nvSpPr>
          <p:cNvPr id="175" name="Google Shape;175;p48"/>
          <p:cNvSpPr txBox="1"/>
          <p:nvPr>
            <p:ph type="title"/>
          </p:nvPr>
        </p:nvSpPr>
        <p:spPr>
          <a:xfrm>
            <a:off x="460375" y="568793"/>
            <a:ext cx="6972300" cy="264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6" name="Google Shape;176;p48"/>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177" name="Google Shape;177;p48"/>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U State Custom Slide (White)">
  <p:cSld name="01 - U State Custom Slide (White)">
    <p:spTree>
      <p:nvGrpSpPr>
        <p:cNvPr id="178" name="Shape 178"/>
        <p:cNvGrpSpPr/>
        <p:nvPr/>
      </p:nvGrpSpPr>
      <p:grpSpPr>
        <a:xfrm>
          <a:off x="0" y="0"/>
          <a:ext cx="0" cy="0"/>
          <a:chOff x="0" y="0"/>
          <a:chExt cx="0" cy="0"/>
        </a:xfrm>
      </p:grpSpPr>
      <p:sp>
        <p:nvSpPr>
          <p:cNvPr id="179" name="Google Shape;179;p49"/>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0" name="Google Shape;180;p49"/>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181" name="Google Shape;181;p49"/>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U State Custom Slide (Electric Blue)">
  <p:cSld name="02 - U State Custom Slide (Electric Blue)">
    <p:spTree>
      <p:nvGrpSpPr>
        <p:cNvPr id="182" name="Shape 182"/>
        <p:cNvGrpSpPr/>
        <p:nvPr/>
      </p:nvGrpSpPr>
      <p:grpSpPr>
        <a:xfrm>
          <a:off x="0" y="0"/>
          <a:ext cx="0" cy="0"/>
          <a:chOff x="0" y="0"/>
          <a:chExt cx="0" cy="0"/>
        </a:xfrm>
      </p:grpSpPr>
      <p:sp>
        <p:nvSpPr>
          <p:cNvPr id="183" name="Google Shape;183;p50"/>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4" name="Google Shape;184;p50"/>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185" name="Google Shape;185;p50"/>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ustom Slide (Electric Blue)">
  <p:cSld name="02 - Custom Slide (Electric Blue)">
    <p:spTree>
      <p:nvGrpSpPr>
        <p:cNvPr id="186" name="Shape 186"/>
        <p:cNvGrpSpPr/>
        <p:nvPr/>
      </p:nvGrpSpPr>
      <p:grpSpPr>
        <a:xfrm>
          <a:off x="0" y="0"/>
          <a:ext cx="0" cy="0"/>
          <a:chOff x="0" y="0"/>
          <a:chExt cx="0" cy="0"/>
        </a:xfrm>
      </p:grpSpPr>
      <p:sp>
        <p:nvSpPr>
          <p:cNvPr id="187" name="Google Shape;187;p51"/>
          <p:cNvSpPr txBox="1"/>
          <p:nvPr>
            <p:ph idx="1" type="body"/>
          </p:nvPr>
        </p:nvSpPr>
        <p:spPr>
          <a:xfrm>
            <a:off x="447923" y="1533850"/>
            <a:ext cx="8197200" cy="3249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88" name="Google Shape;188;p51"/>
          <p:cNvSpPr txBox="1"/>
          <p:nvPr>
            <p:ph type="title"/>
          </p:nvPr>
        </p:nvSpPr>
        <p:spPr>
          <a:xfrm>
            <a:off x="447923" y="36020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U State Custom Sub-header (White)">
  <p:cSld name="01 - U State Custom Sub-header (White)">
    <p:spTree>
      <p:nvGrpSpPr>
        <p:cNvPr id="189" name="Shape 189"/>
        <p:cNvGrpSpPr/>
        <p:nvPr/>
      </p:nvGrpSpPr>
      <p:grpSpPr>
        <a:xfrm>
          <a:off x="0" y="0"/>
          <a:ext cx="0" cy="0"/>
          <a:chOff x="0" y="0"/>
          <a:chExt cx="0" cy="0"/>
        </a:xfrm>
      </p:grpSpPr>
      <p:sp>
        <p:nvSpPr>
          <p:cNvPr id="190" name="Google Shape;190;p52"/>
          <p:cNvSpPr txBox="1"/>
          <p:nvPr>
            <p:ph idx="1"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91" name="Google Shape;191;p52"/>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2" name="Google Shape;192;p52"/>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193" name="Google Shape;193;p52"/>
          <p:cNvSpPr txBox="1"/>
          <p:nvPr>
            <p:ph idx="2"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U State Custom Sub-header (Electric Blue)">
  <p:cSld name="02 - U State Custom Sub-header (Electric Blue)">
    <p:spTree>
      <p:nvGrpSpPr>
        <p:cNvPr id="194" name="Shape 194"/>
        <p:cNvGrpSpPr/>
        <p:nvPr/>
      </p:nvGrpSpPr>
      <p:grpSpPr>
        <a:xfrm>
          <a:off x="0" y="0"/>
          <a:ext cx="0" cy="0"/>
          <a:chOff x="0" y="0"/>
          <a:chExt cx="0" cy="0"/>
        </a:xfrm>
      </p:grpSpPr>
      <p:sp>
        <p:nvSpPr>
          <p:cNvPr id="195" name="Google Shape;195;p53"/>
          <p:cNvSpPr txBox="1"/>
          <p:nvPr>
            <p:ph idx="1"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196" name="Google Shape;196;p53"/>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7" name="Google Shape;197;p53"/>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sp>
        <p:nvSpPr>
          <p:cNvPr id="198" name="Google Shape;198;p53"/>
          <p:cNvSpPr txBox="1"/>
          <p:nvPr>
            <p:ph idx="2"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ustom Sub-header (White)">
  <p:cSld name="01 - Custom Sub-header (White)">
    <p:spTree>
      <p:nvGrpSpPr>
        <p:cNvPr id="199" name="Shape 199"/>
        <p:cNvGrpSpPr/>
        <p:nvPr/>
      </p:nvGrpSpPr>
      <p:grpSpPr>
        <a:xfrm>
          <a:off x="0" y="0"/>
          <a:ext cx="0" cy="0"/>
          <a:chOff x="0" y="0"/>
          <a:chExt cx="0" cy="0"/>
        </a:xfrm>
      </p:grpSpPr>
      <p:sp>
        <p:nvSpPr>
          <p:cNvPr id="200" name="Google Shape;200;p54"/>
          <p:cNvSpPr txBox="1"/>
          <p:nvPr>
            <p:ph idx="1"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1" name="Google Shape;201;p54"/>
          <p:cNvSpPr txBox="1"/>
          <p:nvPr>
            <p:ph idx="2"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2" name="Google Shape;202;p54"/>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ustom Sub-header (Electric Blue)">
  <p:cSld name="02 - Custom Sub-header (Electric Blue)">
    <p:spTree>
      <p:nvGrpSpPr>
        <p:cNvPr id="203" name="Shape 203"/>
        <p:cNvGrpSpPr/>
        <p:nvPr/>
      </p:nvGrpSpPr>
      <p:grpSpPr>
        <a:xfrm>
          <a:off x="0" y="0"/>
          <a:ext cx="0" cy="0"/>
          <a:chOff x="0" y="0"/>
          <a:chExt cx="0" cy="0"/>
        </a:xfrm>
      </p:grpSpPr>
      <p:sp>
        <p:nvSpPr>
          <p:cNvPr id="204" name="Google Shape;204;p55"/>
          <p:cNvSpPr txBox="1"/>
          <p:nvPr>
            <p:ph idx="1" type="body"/>
          </p:nvPr>
        </p:nvSpPr>
        <p:spPr>
          <a:xfrm>
            <a:off x="447923" y="2156225"/>
            <a:ext cx="8197200" cy="26046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5" name="Google Shape;205;p55"/>
          <p:cNvSpPr txBox="1"/>
          <p:nvPr>
            <p:ph idx="2" type="body"/>
          </p:nvPr>
        </p:nvSpPr>
        <p:spPr>
          <a:xfrm>
            <a:off x="460375" y="1596389"/>
            <a:ext cx="8184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
              </a:spcBef>
              <a:spcAft>
                <a:spcPts val="0"/>
              </a:spcAft>
              <a:buSzPts val="2400"/>
              <a:buNone/>
              <a:defRPr b="1" i="0" sz="2400">
                <a:solidFill>
                  <a:schemeClr val="lt2"/>
                </a:solidFill>
                <a:latin typeface="Arial"/>
                <a:ea typeface="Arial"/>
                <a:cs typeface="Arial"/>
                <a:sym typeface="Arial"/>
              </a:defRPr>
            </a:lvl1pPr>
            <a:lvl2pPr indent="-228600" lvl="1" marL="914400" algn="l">
              <a:spcBef>
                <a:spcPts val="560"/>
              </a:spcBef>
              <a:spcAft>
                <a:spcPts val="0"/>
              </a:spcAft>
              <a:buSzPts val="2800"/>
              <a:buNone/>
              <a:defRPr b="0" i="0">
                <a:solidFill>
                  <a:srgbClr val="E8D3A2"/>
                </a:solidFill>
                <a:latin typeface="Encode Sans Black"/>
                <a:ea typeface="Encode Sans Black"/>
                <a:cs typeface="Encode Sans Black"/>
                <a:sym typeface="Encode Sans Black"/>
              </a:defRPr>
            </a:lvl2pPr>
            <a:lvl3pPr indent="-228600" lvl="2" marL="1371600" algn="l">
              <a:spcBef>
                <a:spcPts val="480"/>
              </a:spcBef>
              <a:spcAft>
                <a:spcPts val="0"/>
              </a:spcAft>
              <a:buSzPts val="2400"/>
              <a:buNone/>
              <a:defRPr b="0" i="0">
                <a:solidFill>
                  <a:srgbClr val="E8D3A2"/>
                </a:solidFill>
                <a:latin typeface="Encode Sans Black"/>
                <a:ea typeface="Encode Sans Black"/>
                <a:cs typeface="Encode Sans Black"/>
                <a:sym typeface="Encode Sans Black"/>
              </a:defRPr>
            </a:lvl3pPr>
            <a:lvl4pPr indent="-228600" lvl="3" marL="18288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4pPr>
            <a:lvl5pPr indent="-228600" lvl="4" marL="2286000" algn="l">
              <a:spcBef>
                <a:spcPts val="400"/>
              </a:spcBef>
              <a:spcAft>
                <a:spcPts val="0"/>
              </a:spcAft>
              <a:buSzPts val="2000"/>
              <a:buNone/>
              <a:defRPr b="0" i="0">
                <a:solidFill>
                  <a:srgbClr val="E8D3A2"/>
                </a:solidFill>
                <a:latin typeface="Encode Sans Black"/>
                <a:ea typeface="Encode Sans Black"/>
                <a:cs typeface="Encode Sans Black"/>
                <a:sym typeface="Encode Sans Black"/>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6" name="Google Shape;206;p55"/>
          <p:cNvSpPr txBox="1"/>
          <p:nvPr>
            <p:ph type="title"/>
          </p:nvPr>
        </p:nvSpPr>
        <p:spPr>
          <a:xfrm>
            <a:off x="447923" y="432781"/>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hart Slide (White)">
  <p:cSld name="01 - Chart Slide (White)">
    <p:spTree>
      <p:nvGrpSpPr>
        <p:cNvPr id="207" name="Shape 207"/>
        <p:cNvGrpSpPr/>
        <p:nvPr/>
      </p:nvGrpSpPr>
      <p:grpSpPr>
        <a:xfrm>
          <a:off x="0" y="0"/>
          <a:ext cx="0" cy="0"/>
          <a:chOff x="0" y="0"/>
          <a:chExt cx="0" cy="0"/>
        </a:xfrm>
      </p:grpSpPr>
      <p:sp>
        <p:nvSpPr>
          <p:cNvPr id="208" name="Google Shape;208;p56"/>
          <p:cNvSpPr/>
          <p:nvPr>
            <p:ph idx="2" type="chart"/>
          </p:nvPr>
        </p:nvSpPr>
        <p:spPr>
          <a:xfrm>
            <a:off x="457448" y="1589305"/>
            <a:ext cx="8184600" cy="320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209" name="Google Shape;209;p56"/>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hart Slide (Electric Blue)">
  <p:cSld name="02 - Chart Slide (Electric Blue)">
    <p:spTree>
      <p:nvGrpSpPr>
        <p:cNvPr id="210" name="Shape 210"/>
        <p:cNvGrpSpPr/>
        <p:nvPr/>
      </p:nvGrpSpPr>
      <p:grpSpPr>
        <a:xfrm>
          <a:off x="0" y="0"/>
          <a:ext cx="0" cy="0"/>
          <a:chOff x="0" y="0"/>
          <a:chExt cx="0" cy="0"/>
        </a:xfrm>
      </p:grpSpPr>
      <p:sp>
        <p:nvSpPr>
          <p:cNvPr id="211" name="Google Shape;211;p57"/>
          <p:cNvSpPr/>
          <p:nvPr>
            <p:ph idx="2" type="chart"/>
          </p:nvPr>
        </p:nvSpPr>
        <p:spPr>
          <a:xfrm>
            <a:off x="457448" y="1589305"/>
            <a:ext cx="8184600" cy="320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212" name="Google Shape;212;p57"/>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wo Chart Slide (White)">
  <p:cSld name="01 - Two Chart Slide (White)">
    <p:spTree>
      <p:nvGrpSpPr>
        <p:cNvPr id="213" name="Shape 213"/>
        <p:cNvGrpSpPr/>
        <p:nvPr/>
      </p:nvGrpSpPr>
      <p:grpSpPr>
        <a:xfrm>
          <a:off x="0" y="0"/>
          <a:ext cx="0" cy="0"/>
          <a:chOff x="0" y="0"/>
          <a:chExt cx="0" cy="0"/>
        </a:xfrm>
      </p:grpSpPr>
      <p:sp>
        <p:nvSpPr>
          <p:cNvPr id="214" name="Google Shape;214;p58"/>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58"/>
          <p:cNvSpPr/>
          <p:nvPr>
            <p:ph idx="2" type="chart"/>
          </p:nvPr>
        </p:nvSpPr>
        <p:spPr>
          <a:xfrm>
            <a:off x="430290" y="1638677"/>
            <a:ext cx="3977700" cy="305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216" name="Google Shape;216;p58"/>
          <p:cNvSpPr/>
          <p:nvPr>
            <p:ph idx="3" type="chart"/>
          </p:nvPr>
        </p:nvSpPr>
        <p:spPr>
          <a:xfrm>
            <a:off x="4667312" y="1638677"/>
            <a:ext cx="3977700" cy="305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wo Chart Slide (Electric Blue)">
  <p:cSld name="02 - Two Chart Slide (Electric Blue)">
    <p:spTree>
      <p:nvGrpSpPr>
        <p:cNvPr id="217" name="Shape 217"/>
        <p:cNvGrpSpPr/>
        <p:nvPr/>
      </p:nvGrpSpPr>
      <p:grpSpPr>
        <a:xfrm>
          <a:off x="0" y="0"/>
          <a:ext cx="0" cy="0"/>
          <a:chOff x="0" y="0"/>
          <a:chExt cx="0" cy="0"/>
        </a:xfrm>
      </p:grpSpPr>
      <p:sp>
        <p:nvSpPr>
          <p:cNvPr id="218" name="Google Shape;218;p59"/>
          <p:cNvSpPr txBox="1"/>
          <p:nvPr>
            <p:ph type="title"/>
          </p:nvPr>
        </p:nvSpPr>
        <p:spPr>
          <a:xfrm>
            <a:off x="447923" y="353238"/>
            <a:ext cx="81972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9"/>
          <p:cNvSpPr/>
          <p:nvPr>
            <p:ph idx="2" type="chart"/>
          </p:nvPr>
        </p:nvSpPr>
        <p:spPr>
          <a:xfrm>
            <a:off x="430290" y="1638677"/>
            <a:ext cx="3977700" cy="305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
        <p:nvSpPr>
          <p:cNvPr id="220" name="Google Shape;220;p59"/>
          <p:cNvSpPr/>
          <p:nvPr>
            <p:ph idx="3" type="chart"/>
          </p:nvPr>
        </p:nvSpPr>
        <p:spPr>
          <a:xfrm>
            <a:off x="4667312" y="1638677"/>
            <a:ext cx="3977700" cy="3051000"/>
          </a:xfrm>
          <a:prstGeom prst="rect">
            <a:avLst/>
          </a:prstGeom>
          <a:noFill/>
          <a:ln>
            <a:noFill/>
          </a:ln>
        </p:spPr>
        <p:txBody>
          <a:bodyPr anchorCtr="0" anchor="t" bIns="45700" lIns="91425" spcFirstLastPara="1" rIns="91425" wrap="square" tIns="45700">
            <a:noAutofit/>
          </a:bodyPr>
          <a:lstStyle>
            <a:lvl1pPr lvl="0" marR="0" algn="l">
              <a:spcBef>
                <a:spcPts val="480"/>
              </a:spcBef>
              <a:spcAft>
                <a:spcPts val="0"/>
              </a:spcAft>
              <a:buClr>
                <a:srgbClr val="01ADDB"/>
              </a:buClr>
              <a:buSzPts val="2400"/>
              <a:buFont typeface="Noto Sans Symbols"/>
              <a:buNone/>
              <a:defRPr b="0" i="0" sz="2400" u="none" cap="none" strike="noStrike">
                <a:solidFill>
                  <a:srgbClr val="FFFFFF"/>
                </a:solidFill>
                <a:latin typeface="Arial"/>
                <a:ea typeface="Arial"/>
                <a:cs typeface="Arial"/>
                <a:sym typeface="Arial"/>
              </a:defRPr>
            </a:lvl1pPr>
            <a:lvl2pPr lvl="1"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lvl="2"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lvl="3"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lvl="4"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lvl="5"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lvl="6"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lvl="7"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lvl="8"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White)">
  <p:cSld name="01 - Image Right (White)">
    <p:spTree>
      <p:nvGrpSpPr>
        <p:cNvPr id="221" name="Shape 221"/>
        <p:cNvGrpSpPr/>
        <p:nvPr/>
      </p:nvGrpSpPr>
      <p:grpSpPr>
        <a:xfrm>
          <a:off x="0" y="0"/>
          <a:ext cx="0" cy="0"/>
          <a:chOff x="0" y="0"/>
          <a:chExt cx="0" cy="0"/>
        </a:xfrm>
      </p:grpSpPr>
      <p:sp>
        <p:nvSpPr>
          <p:cNvPr id="222" name="Google Shape;222;p60"/>
          <p:cNvSpPr/>
          <p:nvPr>
            <p:ph idx="2" type="pic"/>
          </p:nvPr>
        </p:nvSpPr>
        <p:spPr>
          <a:xfrm>
            <a:off x="5921375" y="0"/>
            <a:ext cx="3222600" cy="5143500"/>
          </a:xfrm>
          <a:prstGeom prst="rect">
            <a:avLst/>
          </a:prstGeom>
          <a:noFill/>
          <a:ln>
            <a:noFill/>
          </a:ln>
        </p:spPr>
      </p:sp>
      <p:sp>
        <p:nvSpPr>
          <p:cNvPr id="223" name="Google Shape;223;p60"/>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60"/>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White)">
  <p:cSld name="02 - Image Left (White)">
    <p:spTree>
      <p:nvGrpSpPr>
        <p:cNvPr id="225" name="Shape 225"/>
        <p:cNvGrpSpPr/>
        <p:nvPr/>
      </p:nvGrpSpPr>
      <p:grpSpPr>
        <a:xfrm>
          <a:off x="0" y="0"/>
          <a:ext cx="0" cy="0"/>
          <a:chOff x="0" y="0"/>
          <a:chExt cx="0" cy="0"/>
        </a:xfrm>
      </p:grpSpPr>
      <p:sp>
        <p:nvSpPr>
          <p:cNvPr id="226" name="Google Shape;226;p61"/>
          <p:cNvSpPr/>
          <p:nvPr>
            <p:ph idx="2" type="pic"/>
          </p:nvPr>
        </p:nvSpPr>
        <p:spPr>
          <a:xfrm>
            <a:off x="0" y="0"/>
            <a:ext cx="3222600" cy="5143500"/>
          </a:xfrm>
          <a:prstGeom prst="rect">
            <a:avLst/>
          </a:prstGeom>
          <a:noFill/>
          <a:ln>
            <a:noFill/>
          </a:ln>
        </p:spPr>
      </p:sp>
      <p:sp>
        <p:nvSpPr>
          <p:cNvPr id="227" name="Google Shape;227;p61"/>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61"/>
          <p:cNvSpPr txBox="1"/>
          <p:nvPr>
            <p:ph idx="1" type="body"/>
          </p:nvPr>
        </p:nvSpPr>
        <p:spPr>
          <a:xfrm>
            <a:off x="3489886" y="1882936"/>
            <a:ext cx="5355300" cy="27039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Image Right (Electric Blue)">
  <p:cSld name="01 - Image Right (Electric Blue)">
    <p:spTree>
      <p:nvGrpSpPr>
        <p:cNvPr id="229" name="Shape 229"/>
        <p:cNvGrpSpPr/>
        <p:nvPr/>
      </p:nvGrpSpPr>
      <p:grpSpPr>
        <a:xfrm>
          <a:off x="0" y="0"/>
          <a:ext cx="0" cy="0"/>
          <a:chOff x="0" y="0"/>
          <a:chExt cx="0" cy="0"/>
        </a:xfrm>
      </p:grpSpPr>
      <p:sp>
        <p:nvSpPr>
          <p:cNvPr id="230" name="Google Shape;230;p62"/>
          <p:cNvSpPr/>
          <p:nvPr>
            <p:ph idx="2" type="pic"/>
          </p:nvPr>
        </p:nvSpPr>
        <p:spPr>
          <a:xfrm>
            <a:off x="5921375" y="0"/>
            <a:ext cx="3222600" cy="5143500"/>
          </a:xfrm>
          <a:prstGeom prst="rect">
            <a:avLst/>
          </a:prstGeom>
          <a:noFill/>
          <a:ln>
            <a:noFill/>
          </a:ln>
        </p:spPr>
      </p:sp>
      <p:sp>
        <p:nvSpPr>
          <p:cNvPr id="231" name="Google Shape;231;p62"/>
          <p:cNvSpPr txBox="1"/>
          <p:nvPr>
            <p:ph type="title"/>
          </p:nvPr>
        </p:nvSpPr>
        <p:spPr>
          <a:xfrm>
            <a:off x="284960" y="595029"/>
            <a:ext cx="51834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62"/>
          <p:cNvSpPr txBox="1"/>
          <p:nvPr>
            <p:ph idx="1" type="body"/>
          </p:nvPr>
        </p:nvSpPr>
        <p:spPr>
          <a:xfrm>
            <a:off x="284961" y="1819562"/>
            <a:ext cx="5183400" cy="2728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Image Left (Electric Blue)">
  <p:cSld name="02 - Image Left (Electric Blue)">
    <p:spTree>
      <p:nvGrpSpPr>
        <p:cNvPr id="233" name="Shape 233"/>
        <p:cNvGrpSpPr/>
        <p:nvPr/>
      </p:nvGrpSpPr>
      <p:grpSpPr>
        <a:xfrm>
          <a:off x="0" y="0"/>
          <a:ext cx="0" cy="0"/>
          <a:chOff x="0" y="0"/>
          <a:chExt cx="0" cy="0"/>
        </a:xfrm>
      </p:grpSpPr>
      <p:sp>
        <p:nvSpPr>
          <p:cNvPr id="234" name="Google Shape;234;p63"/>
          <p:cNvSpPr/>
          <p:nvPr>
            <p:ph idx="2" type="pic"/>
          </p:nvPr>
        </p:nvSpPr>
        <p:spPr>
          <a:xfrm>
            <a:off x="0" y="0"/>
            <a:ext cx="3222600" cy="5143500"/>
          </a:xfrm>
          <a:prstGeom prst="rect">
            <a:avLst/>
          </a:prstGeom>
          <a:noFill/>
          <a:ln>
            <a:noFill/>
          </a:ln>
        </p:spPr>
      </p:sp>
      <p:sp>
        <p:nvSpPr>
          <p:cNvPr id="235" name="Google Shape;235;p63"/>
          <p:cNvSpPr txBox="1"/>
          <p:nvPr>
            <p:ph type="title"/>
          </p:nvPr>
        </p:nvSpPr>
        <p:spPr>
          <a:xfrm>
            <a:off x="3489886" y="658403"/>
            <a:ext cx="5355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 name="Google Shape;236;p63"/>
          <p:cNvSpPr txBox="1"/>
          <p:nvPr>
            <p:ph idx="1" type="body"/>
          </p:nvPr>
        </p:nvSpPr>
        <p:spPr>
          <a:xfrm>
            <a:off x="3489886" y="1882936"/>
            <a:ext cx="5355300" cy="2711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01ADDB"/>
              </a:buClr>
              <a:buSzPts val="2400"/>
              <a:buFont typeface="Noto Sans Symbols"/>
              <a:buChar char="▪"/>
              <a:defRPr b="0" i="0" sz="2400">
                <a:solidFill>
                  <a:schemeClr val="lt2"/>
                </a:solidFill>
                <a:latin typeface="Arial"/>
                <a:ea typeface="Arial"/>
                <a:cs typeface="Arial"/>
                <a:sym typeface="Arial"/>
              </a:defRPr>
            </a:lvl1pPr>
            <a:lvl2pPr indent="-355600" lvl="1" marL="914400" algn="l">
              <a:spcBef>
                <a:spcPts val="400"/>
              </a:spcBef>
              <a:spcAft>
                <a:spcPts val="0"/>
              </a:spcAft>
              <a:buClr>
                <a:srgbClr val="01ADDB"/>
              </a:buClr>
              <a:buSzPts val="2000"/>
              <a:buFont typeface="Noto Sans Symbols"/>
              <a:buChar char="▪"/>
              <a:defRPr b="0" i="0" sz="2000">
                <a:solidFill>
                  <a:schemeClr val="lt2"/>
                </a:solidFill>
                <a:latin typeface="Arial"/>
                <a:ea typeface="Arial"/>
                <a:cs typeface="Arial"/>
                <a:sym typeface="Arial"/>
              </a:defRPr>
            </a:lvl2pPr>
            <a:lvl3pPr indent="-342900" lvl="2" marL="1371600" algn="l">
              <a:spcBef>
                <a:spcPts val="360"/>
              </a:spcBef>
              <a:spcAft>
                <a:spcPts val="0"/>
              </a:spcAft>
              <a:buClr>
                <a:srgbClr val="01ADDB"/>
              </a:buClr>
              <a:buSzPts val="1800"/>
              <a:buFont typeface="Noto Sans Symbols"/>
              <a:buChar char="▪"/>
              <a:defRPr b="0" i="0" sz="1800">
                <a:solidFill>
                  <a:schemeClr val="lt2"/>
                </a:solidFill>
                <a:latin typeface="Arial"/>
                <a:ea typeface="Arial"/>
                <a:cs typeface="Arial"/>
                <a:sym typeface="Arial"/>
              </a:defRPr>
            </a:lvl3pPr>
            <a:lvl4pPr indent="-330200" lvl="3" marL="1828800" algn="l">
              <a:spcBef>
                <a:spcPts val="320"/>
              </a:spcBef>
              <a:spcAft>
                <a:spcPts val="0"/>
              </a:spcAft>
              <a:buClr>
                <a:srgbClr val="01ADDB"/>
              </a:buClr>
              <a:buSzPts val="1600"/>
              <a:buFont typeface="Noto Sans Symbols"/>
              <a:buChar char="▪"/>
              <a:defRPr b="0" i="0" sz="1600">
                <a:solidFill>
                  <a:schemeClr val="lt2"/>
                </a:solidFill>
                <a:latin typeface="Arial"/>
                <a:ea typeface="Arial"/>
                <a:cs typeface="Arial"/>
                <a:sym typeface="Arial"/>
              </a:defRPr>
            </a:lvl4pPr>
            <a:lvl5pPr indent="-317500" lvl="4" marL="2286000" algn="l">
              <a:spcBef>
                <a:spcPts val="280"/>
              </a:spcBef>
              <a:spcAft>
                <a:spcPts val="0"/>
              </a:spcAft>
              <a:buClr>
                <a:srgbClr val="01ADDB"/>
              </a:buClr>
              <a:buSzPts val="1400"/>
              <a:buFont typeface="Noto Sans Symbols"/>
              <a:buChar char="▪"/>
              <a:defRPr b="0" i="0" sz="1400">
                <a:solidFill>
                  <a:schemeClr val="lt2"/>
                </a:solidFill>
                <a:latin typeface="Arial"/>
                <a:ea typeface="Arial"/>
                <a:cs typeface="Arial"/>
                <a:sym typeface="Arial"/>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Trio Images (White)">
  <p:cSld name="01 - Trio Images (White)">
    <p:spTree>
      <p:nvGrpSpPr>
        <p:cNvPr id="237" name="Shape 237"/>
        <p:cNvGrpSpPr/>
        <p:nvPr/>
      </p:nvGrpSpPr>
      <p:grpSpPr>
        <a:xfrm>
          <a:off x="0" y="0"/>
          <a:ext cx="0" cy="0"/>
          <a:chOff x="0" y="0"/>
          <a:chExt cx="0" cy="0"/>
        </a:xfrm>
      </p:grpSpPr>
      <p:sp>
        <p:nvSpPr>
          <p:cNvPr id="238" name="Google Shape;238;p64"/>
          <p:cNvSpPr/>
          <p:nvPr>
            <p:ph idx="2" type="pic"/>
          </p:nvPr>
        </p:nvSpPr>
        <p:spPr>
          <a:xfrm>
            <a:off x="389296" y="1606272"/>
            <a:ext cx="2598300" cy="3080100"/>
          </a:xfrm>
          <a:prstGeom prst="rect">
            <a:avLst/>
          </a:prstGeom>
          <a:noFill/>
          <a:ln>
            <a:noFill/>
          </a:ln>
        </p:spPr>
      </p:sp>
      <p:sp>
        <p:nvSpPr>
          <p:cNvPr id="239" name="Google Shape;239;p64"/>
          <p:cNvSpPr/>
          <p:nvPr>
            <p:ph idx="3" type="pic"/>
          </p:nvPr>
        </p:nvSpPr>
        <p:spPr>
          <a:xfrm>
            <a:off x="3295455" y="1606272"/>
            <a:ext cx="2598300" cy="3080100"/>
          </a:xfrm>
          <a:prstGeom prst="rect">
            <a:avLst/>
          </a:prstGeom>
          <a:noFill/>
          <a:ln>
            <a:noFill/>
          </a:ln>
        </p:spPr>
      </p:sp>
      <p:sp>
        <p:nvSpPr>
          <p:cNvPr id="240" name="Google Shape;240;p64"/>
          <p:cNvSpPr/>
          <p:nvPr>
            <p:ph idx="4" type="pic"/>
          </p:nvPr>
        </p:nvSpPr>
        <p:spPr>
          <a:xfrm>
            <a:off x="6192561" y="1606272"/>
            <a:ext cx="2598300" cy="3080100"/>
          </a:xfrm>
          <a:prstGeom prst="rect">
            <a:avLst/>
          </a:prstGeom>
          <a:noFill/>
          <a:ln>
            <a:noFill/>
          </a:ln>
        </p:spPr>
      </p:sp>
      <p:sp>
        <p:nvSpPr>
          <p:cNvPr id="241" name="Google Shape;241;p64"/>
          <p:cNvSpPr txBox="1"/>
          <p:nvPr>
            <p:ph type="title"/>
          </p:nvPr>
        </p:nvSpPr>
        <p:spPr>
          <a:xfrm>
            <a:off x="384551" y="321164"/>
            <a:ext cx="8406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000"/>
              <a:buFont typeface="Arial Black"/>
              <a:buNone/>
              <a:defRPr b="1" i="0" sz="3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rio Images (Electric Blue)">
  <p:cSld name="02 - Trio Images (Electric Blue)">
    <p:spTree>
      <p:nvGrpSpPr>
        <p:cNvPr id="242" name="Shape 242"/>
        <p:cNvGrpSpPr/>
        <p:nvPr/>
      </p:nvGrpSpPr>
      <p:grpSpPr>
        <a:xfrm>
          <a:off x="0" y="0"/>
          <a:ext cx="0" cy="0"/>
          <a:chOff x="0" y="0"/>
          <a:chExt cx="0" cy="0"/>
        </a:xfrm>
      </p:grpSpPr>
      <p:sp>
        <p:nvSpPr>
          <p:cNvPr id="243" name="Google Shape;243;p65"/>
          <p:cNvSpPr/>
          <p:nvPr>
            <p:ph idx="2" type="pic"/>
          </p:nvPr>
        </p:nvSpPr>
        <p:spPr>
          <a:xfrm>
            <a:off x="389296" y="1606272"/>
            <a:ext cx="2598300" cy="3080100"/>
          </a:xfrm>
          <a:prstGeom prst="rect">
            <a:avLst/>
          </a:prstGeom>
          <a:noFill/>
          <a:ln>
            <a:noFill/>
          </a:ln>
        </p:spPr>
      </p:sp>
      <p:sp>
        <p:nvSpPr>
          <p:cNvPr id="244" name="Google Shape;244;p65"/>
          <p:cNvSpPr/>
          <p:nvPr>
            <p:ph idx="3" type="pic"/>
          </p:nvPr>
        </p:nvSpPr>
        <p:spPr>
          <a:xfrm>
            <a:off x="3295455" y="1606272"/>
            <a:ext cx="2598300" cy="3080100"/>
          </a:xfrm>
          <a:prstGeom prst="rect">
            <a:avLst/>
          </a:prstGeom>
          <a:noFill/>
          <a:ln>
            <a:noFill/>
          </a:ln>
        </p:spPr>
      </p:sp>
      <p:sp>
        <p:nvSpPr>
          <p:cNvPr id="245" name="Google Shape;245;p65"/>
          <p:cNvSpPr/>
          <p:nvPr>
            <p:ph idx="4" type="pic"/>
          </p:nvPr>
        </p:nvSpPr>
        <p:spPr>
          <a:xfrm>
            <a:off x="6192561" y="1606272"/>
            <a:ext cx="2598300" cy="3080100"/>
          </a:xfrm>
          <a:prstGeom prst="rect">
            <a:avLst/>
          </a:prstGeom>
          <a:noFill/>
          <a:ln>
            <a:noFill/>
          </a:ln>
        </p:spPr>
      </p:sp>
      <p:sp>
        <p:nvSpPr>
          <p:cNvPr id="246" name="Google Shape;246;p65"/>
          <p:cNvSpPr txBox="1"/>
          <p:nvPr>
            <p:ph type="title"/>
          </p:nvPr>
        </p:nvSpPr>
        <p:spPr>
          <a:xfrm>
            <a:off x="384551" y="321164"/>
            <a:ext cx="8406300" cy="99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3000"/>
              <a:buFont typeface="Arial Black"/>
              <a:buNone/>
              <a:defRPr b="1" i="0" sz="3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ull Bleed Image">
  <p:cSld name="01 - Full Bleed Image">
    <p:spTree>
      <p:nvGrpSpPr>
        <p:cNvPr id="247" name="Shape 247"/>
        <p:cNvGrpSpPr/>
        <p:nvPr/>
      </p:nvGrpSpPr>
      <p:grpSpPr>
        <a:xfrm>
          <a:off x="0" y="0"/>
          <a:ext cx="0" cy="0"/>
          <a:chOff x="0" y="0"/>
          <a:chExt cx="0" cy="0"/>
        </a:xfrm>
      </p:grpSpPr>
      <p:sp>
        <p:nvSpPr>
          <p:cNvPr id="248" name="Google Shape;248;p66"/>
          <p:cNvSpPr/>
          <p:nvPr>
            <p:ph idx="2" type="pic"/>
          </p:nvPr>
        </p:nvSpPr>
        <p:spPr>
          <a:xfrm>
            <a:off x="0" y="0"/>
            <a:ext cx="9144000" cy="5143500"/>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wo Full Images">
  <p:cSld name="02 - Two Full Images">
    <p:spTree>
      <p:nvGrpSpPr>
        <p:cNvPr id="249" name="Shape 249"/>
        <p:cNvGrpSpPr/>
        <p:nvPr/>
      </p:nvGrpSpPr>
      <p:grpSpPr>
        <a:xfrm>
          <a:off x="0" y="0"/>
          <a:ext cx="0" cy="0"/>
          <a:chOff x="0" y="0"/>
          <a:chExt cx="0" cy="0"/>
        </a:xfrm>
      </p:grpSpPr>
      <p:sp>
        <p:nvSpPr>
          <p:cNvPr id="250" name="Google Shape;250;p67"/>
          <p:cNvSpPr/>
          <p:nvPr>
            <p:ph idx="2" type="pic"/>
          </p:nvPr>
        </p:nvSpPr>
        <p:spPr>
          <a:xfrm>
            <a:off x="0" y="0"/>
            <a:ext cx="4572000" cy="5143500"/>
          </a:xfrm>
          <a:prstGeom prst="rect">
            <a:avLst/>
          </a:prstGeom>
          <a:noFill/>
          <a:ln>
            <a:noFill/>
          </a:ln>
        </p:spPr>
      </p:sp>
      <p:sp>
        <p:nvSpPr>
          <p:cNvPr id="251" name="Google Shape;251;p67"/>
          <p:cNvSpPr/>
          <p:nvPr>
            <p:ph idx="3" type="pic"/>
          </p:nvPr>
        </p:nvSpPr>
        <p:spPr>
          <a:xfrm>
            <a:off x="4572000" y="0"/>
            <a:ext cx="4572000" cy="5143500"/>
          </a:xfrm>
          <a:prstGeom prst="rect">
            <a:avLst/>
          </a:prstGeom>
          <a:no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Ending Slide (Wordmark + U State) (White)">
  <p:cSld name="02 - Ending Slide (Wordmark + U State) (White)">
    <p:spTree>
      <p:nvGrpSpPr>
        <p:cNvPr id="252" name="Shape 252"/>
        <p:cNvGrpSpPr/>
        <p:nvPr/>
      </p:nvGrpSpPr>
      <p:grpSpPr>
        <a:xfrm>
          <a:off x="0" y="0"/>
          <a:ext cx="0" cy="0"/>
          <a:chOff x="0" y="0"/>
          <a:chExt cx="0" cy="0"/>
        </a:xfrm>
      </p:grpSpPr>
      <p:pic>
        <p:nvPicPr>
          <p:cNvPr id="253" name="Google Shape;253;p68"/>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254" name="Google Shape;254;p68"/>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
        <p:nvSpPr>
          <p:cNvPr id="255" name="Google Shape;255;p68"/>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5000"/>
              <a:buFont typeface="Arial Black"/>
              <a:buNone/>
              <a:defRPr b="1" i="0" sz="5000">
                <a:solidFill>
                  <a:schemeClr val="lt2"/>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Ending Slide (U State Logo) (Electric Blue)">
  <p:cSld name="01 - Ending Slide (U State Logo) (Electric Blue)">
    <p:spTree>
      <p:nvGrpSpPr>
        <p:cNvPr id="256" name="Shape 256"/>
        <p:cNvGrpSpPr/>
        <p:nvPr/>
      </p:nvGrpSpPr>
      <p:grpSpPr>
        <a:xfrm>
          <a:off x="0" y="0"/>
          <a:ext cx="0" cy="0"/>
          <a:chOff x="0" y="0"/>
          <a:chExt cx="0" cy="0"/>
        </a:xfrm>
      </p:grpSpPr>
      <p:pic>
        <p:nvPicPr>
          <p:cNvPr id="257" name="Google Shape;257;p69"/>
          <p:cNvPicPr preferRelativeResize="0"/>
          <p:nvPr/>
        </p:nvPicPr>
        <p:blipFill rotWithShape="1">
          <a:blip r:embed="rId2">
            <a:alphaModFix/>
          </a:blip>
          <a:srcRect b="0" l="0" r="0" t="0"/>
          <a:stretch/>
        </p:blipFill>
        <p:spPr>
          <a:xfrm>
            <a:off x="595893" y="3943170"/>
            <a:ext cx="3480948" cy="554487"/>
          </a:xfrm>
          <a:prstGeom prst="rect">
            <a:avLst/>
          </a:prstGeom>
          <a:noFill/>
          <a:ln>
            <a:noFill/>
          </a:ln>
        </p:spPr>
      </p:pic>
      <p:sp>
        <p:nvSpPr>
          <p:cNvPr id="258" name="Google Shape;258;p69"/>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Ending Slide (Wordmark + U State) (Electric Blue)">
  <p:cSld name="02 - Ending Slide (Wordmark + U State) (Electric Blue)">
    <p:spTree>
      <p:nvGrpSpPr>
        <p:cNvPr id="259" name="Shape 259"/>
        <p:cNvGrpSpPr/>
        <p:nvPr/>
      </p:nvGrpSpPr>
      <p:grpSpPr>
        <a:xfrm>
          <a:off x="0" y="0"/>
          <a:ext cx="0" cy="0"/>
          <a:chOff x="0" y="0"/>
          <a:chExt cx="0" cy="0"/>
        </a:xfrm>
      </p:grpSpPr>
      <p:pic>
        <p:nvPicPr>
          <p:cNvPr id="260" name="Google Shape;260;p70"/>
          <p:cNvPicPr preferRelativeResize="0"/>
          <p:nvPr/>
        </p:nvPicPr>
        <p:blipFill rotWithShape="1">
          <a:blip r:embed="rId2">
            <a:alphaModFix/>
          </a:blip>
          <a:srcRect b="0" l="0" r="0" t="0"/>
          <a:stretch/>
        </p:blipFill>
        <p:spPr>
          <a:xfrm>
            <a:off x="7695585" y="3832770"/>
            <a:ext cx="1008856" cy="781051"/>
          </a:xfrm>
          <a:prstGeom prst="rect">
            <a:avLst/>
          </a:prstGeom>
          <a:noFill/>
          <a:ln>
            <a:noFill/>
          </a:ln>
        </p:spPr>
      </p:pic>
      <p:pic>
        <p:nvPicPr>
          <p:cNvPr id="261" name="Google Shape;261;p70"/>
          <p:cNvPicPr preferRelativeResize="0"/>
          <p:nvPr/>
        </p:nvPicPr>
        <p:blipFill rotWithShape="1">
          <a:blip r:embed="rId3">
            <a:alphaModFix/>
          </a:blip>
          <a:srcRect b="0" l="0" r="0" t="0"/>
          <a:stretch/>
        </p:blipFill>
        <p:spPr>
          <a:xfrm>
            <a:off x="617034" y="4353701"/>
            <a:ext cx="2619376" cy="249848"/>
          </a:xfrm>
          <a:prstGeom prst="rect">
            <a:avLst/>
          </a:prstGeom>
          <a:noFill/>
          <a:ln>
            <a:noFill/>
          </a:ln>
        </p:spPr>
      </p:pic>
      <p:sp>
        <p:nvSpPr>
          <p:cNvPr id="262" name="Google Shape;262;p70"/>
          <p:cNvSpPr txBox="1"/>
          <p:nvPr>
            <p:ph type="title"/>
          </p:nvPr>
        </p:nvSpPr>
        <p:spPr>
          <a:xfrm>
            <a:off x="460375" y="1047764"/>
            <a:ext cx="6972300" cy="1673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1ADDB"/>
              </a:buClr>
              <a:buSzPts val="5000"/>
              <a:buFont typeface="Arial Black"/>
              <a:buNone/>
              <a:defRPr b="1" i="0" sz="5000">
                <a:solidFill>
                  <a:srgbClr val="01ADDB"/>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3" name="Shape 263"/>
        <p:cNvGrpSpPr/>
        <p:nvPr/>
      </p:nvGrpSpPr>
      <p:grpSpPr>
        <a:xfrm>
          <a:off x="0" y="0"/>
          <a:ext cx="0" cy="0"/>
          <a:chOff x="0" y="0"/>
          <a:chExt cx="0" cy="0"/>
        </a:xfrm>
      </p:grpSpPr>
      <p:grpSp>
        <p:nvGrpSpPr>
          <p:cNvPr id="264" name="Google Shape;264;p71"/>
          <p:cNvGrpSpPr/>
          <p:nvPr/>
        </p:nvGrpSpPr>
        <p:grpSpPr>
          <a:xfrm>
            <a:off x="4350279" y="2855377"/>
            <a:ext cx="443589" cy="105632"/>
            <a:chOff x="4137525" y="2915950"/>
            <a:chExt cx="869100" cy="207000"/>
          </a:xfrm>
        </p:grpSpPr>
        <p:sp>
          <p:nvSpPr>
            <p:cNvPr id="265" name="Google Shape;265;p71"/>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1"/>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1"/>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71"/>
          <p:cNvSpPr txBox="1"/>
          <p:nvPr>
            <p:ph type="ctrTitle"/>
          </p:nvPr>
        </p:nvSpPr>
        <p:spPr>
          <a:xfrm>
            <a:off x="671258" y="990800"/>
            <a:ext cx="7801500" cy="1730100"/>
          </a:xfrm>
          <a:prstGeom prst="rect">
            <a:avLst/>
          </a:prstGeom>
        </p:spPr>
        <p:txBody>
          <a:bodyPr anchorCtr="0" anchor="b" bIns="45700" lIns="91425" spcFirstLastPara="1" rIns="91425" wrap="square" tIns="4570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69" name="Google Shape;269;p71"/>
          <p:cNvSpPr txBox="1"/>
          <p:nvPr>
            <p:ph idx="1" type="subTitle"/>
          </p:nvPr>
        </p:nvSpPr>
        <p:spPr>
          <a:xfrm>
            <a:off x="671250" y="3174876"/>
            <a:ext cx="7801500" cy="792600"/>
          </a:xfrm>
          <a:prstGeom prst="rect">
            <a:avLst/>
          </a:prstGeom>
        </p:spPr>
        <p:txBody>
          <a:bodyPr anchorCtr="0" anchor="t" bIns="45700" lIns="91425" spcFirstLastPara="1" rIns="91425" wrap="square" tIns="45700">
            <a:normAutofit/>
          </a:bodyPr>
          <a:lstStyle>
            <a:lvl1pPr lvl="0" algn="ctr">
              <a:lnSpc>
                <a:spcPct val="100000"/>
              </a:lnSpc>
              <a:spcBef>
                <a:spcPts val="640"/>
              </a:spcBef>
              <a:spcAft>
                <a:spcPts val="0"/>
              </a:spcAft>
              <a:buSzPts val="2100"/>
              <a:buNone/>
              <a:defRPr sz="2100"/>
            </a:lvl1pPr>
            <a:lvl2pPr lvl="1" algn="ctr">
              <a:lnSpc>
                <a:spcPct val="100000"/>
              </a:lnSpc>
              <a:spcBef>
                <a:spcPts val="560"/>
              </a:spcBef>
              <a:spcAft>
                <a:spcPts val="0"/>
              </a:spcAft>
              <a:buSzPts val="2100"/>
              <a:buNone/>
              <a:defRPr sz="2100"/>
            </a:lvl2pPr>
            <a:lvl3pPr lvl="2" algn="ctr">
              <a:lnSpc>
                <a:spcPct val="100000"/>
              </a:lnSpc>
              <a:spcBef>
                <a:spcPts val="480"/>
              </a:spcBef>
              <a:spcAft>
                <a:spcPts val="0"/>
              </a:spcAft>
              <a:buSzPts val="2100"/>
              <a:buNone/>
              <a:defRPr sz="2100"/>
            </a:lvl3pPr>
            <a:lvl4pPr lvl="3" algn="ctr">
              <a:lnSpc>
                <a:spcPct val="100000"/>
              </a:lnSpc>
              <a:spcBef>
                <a:spcPts val="400"/>
              </a:spcBef>
              <a:spcAft>
                <a:spcPts val="0"/>
              </a:spcAft>
              <a:buSzPts val="2100"/>
              <a:buNone/>
              <a:defRPr sz="2100"/>
            </a:lvl4pPr>
            <a:lvl5pPr lvl="4" algn="ctr">
              <a:lnSpc>
                <a:spcPct val="100000"/>
              </a:lnSpc>
              <a:spcBef>
                <a:spcPts val="400"/>
              </a:spcBef>
              <a:spcAft>
                <a:spcPts val="0"/>
              </a:spcAft>
              <a:buSzPts val="2100"/>
              <a:buNone/>
              <a:defRPr sz="2100"/>
            </a:lvl5pPr>
            <a:lvl6pPr lvl="5" algn="ctr">
              <a:lnSpc>
                <a:spcPct val="100000"/>
              </a:lnSpc>
              <a:spcBef>
                <a:spcPts val="400"/>
              </a:spcBef>
              <a:spcAft>
                <a:spcPts val="0"/>
              </a:spcAft>
              <a:buSzPts val="2100"/>
              <a:buNone/>
              <a:defRPr sz="2100"/>
            </a:lvl6pPr>
            <a:lvl7pPr lvl="6" algn="ctr">
              <a:lnSpc>
                <a:spcPct val="100000"/>
              </a:lnSpc>
              <a:spcBef>
                <a:spcPts val="400"/>
              </a:spcBef>
              <a:spcAft>
                <a:spcPts val="0"/>
              </a:spcAft>
              <a:buSzPts val="2100"/>
              <a:buNone/>
              <a:defRPr sz="2100"/>
            </a:lvl7pPr>
            <a:lvl8pPr lvl="7" algn="ctr">
              <a:lnSpc>
                <a:spcPct val="100000"/>
              </a:lnSpc>
              <a:spcBef>
                <a:spcPts val="400"/>
              </a:spcBef>
              <a:spcAft>
                <a:spcPts val="0"/>
              </a:spcAft>
              <a:buSzPts val="2100"/>
              <a:buNone/>
              <a:defRPr sz="2100"/>
            </a:lvl8pPr>
            <a:lvl9pPr lvl="8" algn="ctr">
              <a:lnSpc>
                <a:spcPct val="100000"/>
              </a:lnSpc>
              <a:spcBef>
                <a:spcPts val="400"/>
              </a:spcBef>
              <a:spcAft>
                <a:spcPts val="0"/>
              </a:spcAft>
              <a:buSzPts val="2100"/>
              <a:buNone/>
              <a:defRPr sz="2100"/>
            </a:lvl9pPr>
          </a:lstStyle>
          <a:p/>
        </p:txBody>
      </p:sp>
      <p:sp>
        <p:nvSpPr>
          <p:cNvPr id="270" name="Google Shape;270;p7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1" name="Shape 271"/>
        <p:cNvGrpSpPr/>
        <p:nvPr/>
      </p:nvGrpSpPr>
      <p:grpSpPr>
        <a:xfrm>
          <a:off x="0" y="0"/>
          <a:ext cx="0" cy="0"/>
          <a:chOff x="0" y="0"/>
          <a:chExt cx="0" cy="0"/>
        </a:xfrm>
      </p:grpSpPr>
      <p:sp>
        <p:nvSpPr>
          <p:cNvPr id="272" name="Google Shape;272;p72"/>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72"/>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274" name="Google Shape;274;p7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theme" Target="../theme/theme1.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image" Target="../media/image3.jpg"/><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35" Type="http://schemas.openxmlformats.org/officeDocument/2006/relationships/slideLayout" Target="../slideLayouts/slideLayout69.xml"/><Relationship Id="rId12" Type="http://schemas.openxmlformats.org/officeDocument/2006/relationships/slideLayout" Target="../slideLayouts/slideLayout46.xml"/><Relationship Id="rId34" Type="http://schemas.openxmlformats.org/officeDocument/2006/relationships/slideLayout" Target="../slideLayouts/slideLayout68.xml"/><Relationship Id="rId15" Type="http://schemas.openxmlformats.org/officeDocument/2006/relationships/slideLayout" Target="../slideLayouts/slideLayout49.xml"/><Relationship Id="rId37" Type="http://schemas.openxmlformats.org/officeDocument/2006/relationships/theme" Target="../theme/theme3.xml"/><Relationship Id="rId14" Type="http://schemas.openxmlformats.org/officeDocument/2006/relationships/slideLayout" Target="../slideLayouts/slideLayout48.xml"/><Relationship Id="rId36" Type="http://schemas.openxmlformats.org/officeDocument/2006/relationships/slideLayout" Target="../slideLayouts/slideLayout70.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pic>
        <p:nvPicPr>
          <p:cNvPr descr="Background pattern&#10;&#10;Description automatically generated"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txBox="1"/>
          <p:nvPr>
            <p:ph type="title"/>
          </p:nvPr>
        </p:nvSpPr>
        <p:spPr>
          <a:xfrm>
            <a:off x="327101" y="353805"/>
            <a:ext cx="8489700" cy="7845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4000"/>
              <a:buFont typeface="Arial Black"/>
              <a:buNone/>
              <a:defRPr b="0" i="0" sz="4000" u="none" cap="none" strike="noStrike">
                <a:solidFill>
                  <a:schemeClr val="lt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327101" y="1284055"/>
            <a:ext cx="8489700" cy="35091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01ADDB"/>
              </a:buClr>
              <a:buSzPts val="3200"/>
              <a:buFont typeface="Noto Sans Symbols"/>
              <a:buChar char="▪"/>
              <a:defRPr b="0" i="0" sz="3200" u="none" cap="none" strike="noStrike">
                <a:solidFill>
                  <a:schemeClr val="lt2"/>
                </a:solidFill>
                <a:latin typeface="Arial"/>
                <a:ea typeface="Arial"/>
                <a:cs typeface="Arial"/>
                <a:sym typeface="Arial"/>
              </a:defRPr>
            </a:lvl1pPr>
            <a:lvl2pPr indent="-406400" lvl="1" marL="914400" marR="0" rtl="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indent="-381000" lvl="2" marL="1371600" marR="0" rtl="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indent="-355600" lvl="3" marL="1828800"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indent="-355600" lvl="4" marL="2286000" marR="0" rtl="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0" name="Shape 140"/>
        <p:cNvGrpSpPr/>
        <p:nvPr/>
      </p:nvGrpSpPr>
      <p:grpSpPr>
        <a:xfrm>
          <a:off x="0" y="0"/>
          <a:ext cx="0" cy="0"/>
          <a:chOff x="0" y="0"/>
          <a:chExt cx="0" cy="0"/>
        </a:xfrm>
      </p:grpSpPr>
      <p:pic>
        <p:nvPicPr>
          <p:cNvPr descr="Background pattern&#10;&#10;Description automatically generated" id="141" name="Google Shape;141;p37"/>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42" name="Google Shape;142;p37"/>
          <p:cNvSpPr txBox="1"/>
          <p:nvPr>
            <p:ph type="title"/>
          </p:nvPr>
        </p:nvSpPr>
        <p:spPr>
          <a:xfrm>
            <a:off x="327101" y="353805"/>
            <a:ext cx="8489700" cy="7845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Clr>
                <a:schemeClr val="lt2"/>
              </a:buClr>
              <a:buSzPts val="4000"/>
              <a:buFont typeface="Arial Black"/>
              <a:buNone/>
              <a:defRPr b="0" i="0" sz="4000" u="none" cap="none" strike="noStrike">
                <a:solidFill>
                  <a:schemeClr val="lt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37"/>
          <p:cNvSpPr txBox="1"/>
          <p:nvPr>
            <p:ph idx="1" type="body"/>
          </p:nvPr>
        </p:nvSpPr>
        <p:spPr>
          <a:xfrm>
            <a:off x="327101" y="1284055"/>
            <a:ext cx="8489700" cy="3509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rgbClr val="01ADDB"/>
              </a:buClr>
              <a:buSzPts val="3200"/>
              <a:buFont typeface="Noto Sans Symbols"/>
              <a:buChar char="▪"/>
              <a:defRPr b="0" i="0" sz="3200" u="none" cap="none" strike="noStrike">
                <a:solidFill>
                  <a:schemeClr val="lt2"/>
                </a:solidFill>
                <a:latin typeface="Arial"/>
                <a:ea typeface="Arial"/>
                <a:cs typeface="Arial"/>
                <a:sym typeface="Arial"/>
              </a:defRPr>
            </a:lvl1pPr>
            <a:lvl2pPr indent="-406400" lvl="1" marL="914400" marR="0" algn="l">
              <a:spcBef>
                <a:spcPts val="560"/>
              </a:spcBef>
              <a:spcAft>
                <a:spcPts val="0"/>
              </a:spcAft>
              <a:buClr>
                <a:srgbClr val="01ADDB"/>
              </a:buClr>
              <a:buSzPts val="2800"/>
              <a:buFont typeface="Noto Sans Symbols"/>
              <a:buChar char="▪"/>
              <a:defRPr b="0" i="0" sz="2800" u="none" cap="none" strike="noStrike">
                <a:solidFill>
                  <a:schemeClr val="lt2"/>
                </a:solidFill>
                <a:latin typeface="Arial"/>
                <a:ea typeface="Arial"/>
                <a:cs typeface="Arial"/>
                <a:sym typeface="Arial"/>
              </a:defRPr>
            </a:lvl2pPr>
            <a:lvl3pPr indent="-381000" lvl="2" marL="1371600" marR="0" algn="l">
              <a:spcBef>
                <a:spcPts val="480"/>
              </a:spcBef>
              <a:spcAft>
                <a:spcPts val="0"/>
              </a:spcAft>
              <a:buClr>
                <a:srgbClr val="01ADDB"/>
              </a:buClr>
              <a:buSzPts val="2400"/>
              <a:buFont typeface="Noto Sans Symbols"/>
              <a:buChar char="▪"/>
              <a:defRPr b="0" i="0" sz="2400" u="none" cap="none" strike="noStrike">
                <a:solidFill>
                  <a:schemeClr val="lt2"/>
                </a:solidFill>
                <a:latin typeface="Arial"/>
                <a:ea typeface="Arial"/>
                <a:cs typeface="Arial"/>
                <a:sym typeface="Arial"/>
              </a:defRPr>
            </a:lvl3pPr>
            <a:lvl4pPr indent="-355600" lvl="3" marL="1828800"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4pPr>
            <a:lvl5pPr indent="-355600" lvl="4" marL="2286000" marR="0" algn="l">
              <a:spcBef>
                <a:spcPts val="400"/>
              </a:spcBef>
              <a:spcAft>
                <a:spcPts val="0"/>
              </a:spcAft>
              <a:buClr>
                <a:srgbClr val="01ADDB"/>
              </a:buClr>
              <a:buSzPts val="2000"/>
              <a:buFont typeface="Noto Sans Symbols"/>
              <a:buChar char="▪"/>
              <a:defRPr b="0" i="0" sz="2000" u="none" cap="none" strike="noStrike">
                <a:solidFill>
                  <a:schemeClr val="lt2"/>
                </a:solidFill>
                <a:latin typeface="Arial"/>
                <a:ea typeface="Arial"/>
                <a:cs typeface="Arial"/>
                <a:sym typeface="Arial"/>
              </a:defRPr>
            </a:lvl5pPr>
            <a:lvl6pPr indent="-355600" lvl="5" marL="27432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6pPr>
            <a:lvl7pPr indent="-355600" lvl="6" marL="32004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7pPr>
            <a:lvl8pPr indent="-355600" lvl="7" marL="36576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8pPr>
            <a:lvl9pPr indent="-355600" lvl="8" marL="4114800" marR="0" algn="l">
              <a:spcBef>
                <a:spcPts val="4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 id="2147483714" r:id="rId33"/>
    <p:sldLayoutId id="2147483715" r:id="rId34"/>
    <p:sldLayoutId id="2147483716" r:id="rId35"/>
    <p:sldLayoutId id="2147483717"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73"/>
          <p:cNvSpPr txBox="1"/>
          <p:nvPr>
            <p:ph type="ctrTitle"/>
          </p:nvPr>
        </p:nvSpPr>
        <p:spPr>
          <a:xfrm>
            <a:off x="671258" y="990800"/>
            <a:ext cx="7801500" cy="17301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Group Data Analysis 3 </a:t>
            </a:r>
            <a:r>
              <a:rPr lang="en" sz="3900"/>
              <a:t>College Basketball</a:t>
            </a:r>
            <a:endParaRPr sz="3900"/>
          </a:p>
        </p:txBody>
      </p:sp>
      <p:sp>
        <p:nvSpPr>
          <p:cNvPr id="280" name="Google Shape;280;p73"/>
          <p:cNvSpPr txBox="1"/>
          <p:nvPr>
            <p:ph idx="1" type="subTitle"/>
          </p:nvPr>
        </p:nvSpPr>
        <p:spPr>
          <a:xfrm>
            <a:off x="671250" y="3174876"/>
            <a:ext cx="7801500" cy="792600"/>
          </a:xfrm>
          <a:prstGeom prst="rect">
            <a:avLst/>
          </a:prstGeom>
        </p:spPr>
        <p:txBody>
          <a:bodyPr anchorCtr="0" anchor="t" bIns="45700" lIns="91425" spcFirstLastPara="1" rIns="91425" wrap="square" tIns="45700">
            <a:normAutofit/>
          </a:bodyPr>
          <a:lstStyle/>
          <a:p>
            <a:pPr indent="0" lvl="0" marL="0" rtl="0" algn="ctr">
              <a:spcBef>
                <a:spcPts val="640"/>
              </a:spcBef>
              <a:spcAft>
                <a:spcPts val="0"/>
              </a:spcAft>
              <a:buNone/>
            </a:pPr>
            <a:r>
              <a:rPr lang="en"/>
              <a:t>Luke Nichols &amp; Jager Springer</a:t>
            </a:r>
            <a:endParaRPr/>
          </a:p>
        </p:txBody>
      </p:sp>
      <p:sp>
        <p:nvSpPr>
          <p:cNvPr id="281" name="Google Shape;281;p73"/>
          <p:cNvSpPr txBox="1"/>
          <p:nvPr/>
        </p:nvSpPr>
        <p:spPr>
          <a:xfrm>
            <a:off x="3039900" y="4760400"/>
            <a:ext cx="30642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rPr>
              <a:t>Group Data Analysis 2</a:t>
            </a: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74"/>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Business Problem</a:t>
            </a:r>
            <a:endParaRPr/>
          </a:p>
        </p:txBody>
      </p:sp>
      <p:sp>
        <p:nvSpPr>
          <p:cNvPr id="287" name="Google Shape;287;p74"/>
          <p:cNvSpPr txBox="1"/>
          <p:nvPr>
            <p:ph idx="1" type="body"/>
          </p:nvPr>
        </p:nvSpPr>
        <p:spPr>
          <a:xfrm>
            <a:off x="311700" y="1152475"/>
            <a:ext cx="8520600" cy="3416400"/>
          </a:xfrm>
          <a:prstGeom prst="rect">
            <a:avLst/>
          </a:prstGeom>
        </p:spPr>
        <p:txBody>
          <a:bodyPr anchorCtr="0" anchor="t" bIns="45700" lIns="91425" spcFirstLastPara="1" rIns="91425" wrap="square" tIns="45700">
            <a:normAutofit fontScale="92500" lnSpcReduction="10000"/>
          </a:bodyPr>
          <a:lstStyle/>
          <a:p>
            <a:pPr indent="-416560" lvl="0" marL="457200" rtl="0" algn="l">
              <a:spcBef>
                <a:spcPts val="640"/>
              </a:spcBef>
              <a:spcAft>
                <a:spcPts val="0"/>
              </a:spcAft>
              <a:buSzPct val="100000"/>
              <a:buChar char="-"/>
            </a:pPr>
            <a:r>
              <a:rPr lang="en"/>
              <a:t>What statistical metrics drive a successful college basketball season?</a:t>
            </a:r>
            <a:endParaRPr/>
          </a:p>
          <a:p>
            <a:pPr indent="0" lvl="0" marL="457200" rtl="0" algn="l">
              <a:spcBef>
                <a:spcPts val="640"/>
              </a:spcBef>
              <a:spcAft>
                <a:spcPts val="0"/>
              </a:spcAft>
              <a:buNone/>
            </a:pPr>
            <a:r>
              <a:t/>
            </a:r>
            <a:endParaRPr/>
          </a:p>
          <a:p>
            <a:pPr indent="-416560" lvl="0" marL="457200" rtl="0" algn="l">
              <a:spcBef>
                <a:spcPts val="640"/>
              </a:spcBef>
              <a:spcAft>
                <a:spcPts val="0"/>
              </a:spcAft>
              <a:buSzPct val="100000"/>
              <a:buChar char="-"/>
            </a:pPr>
            <a:r>
              <a:rPr lang="en"/>
              <a:t>School’s conference earn $2 million for each NCAA tournament game the team appears in.</a:t>
            </a:r>
            <a:endParaRPr/>
          </a:p>
          <a:p>
            <a:pPr indent="0" lvl="0" marL="0" rtl="0" algn="l">
              <a:spcBef>
                <a:spcPts val="640"/>
              </a:spcBef>
              <a:spcAft>
                <a:spcPts val="0"/>
              </a:spcAft>
              <a:buNone/>
            </a:pPr>
            <a:r>
              <a:t/>
            </a:r>
            <a:endParaRPr/>
          </a:p>
          <a:p>
            <a:pPr indent="0" lvl="0" marL="0" rtl="0" algn="l">
              <a:spcBef>
                <a:spcPts val="64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75"/>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Who Does This Benefit? </a:t>
            </a:r>
            <a:endParaRPr/>
          </a:p>
        </p:txBody>
      </p:sp>
      <p:sp>
        <p:nvSpPr>
          <p:cNvPr id="293" name="Google Shape;293;p75"/>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p>
            <a:pPr indent="-431800" lvl="0" marL="457200" rtl="0" algn="l">
              <a:spcBef>
                <a:spcPts val="640"/>
              </a:spcBef>
              <a:spcAft>
                <a:spcPts val="0"/>
              </a:spcAft>
              <a:buSzPts val="3200"/>
              <a:buChar char="-"/>
            </a:pPr>
            <a:r>
              <a:rPr lang="en"/>
              <a:t>Coaches: Improve team strategy and player development </a:t>
            </a:r>
            <a:endParaRPr/>
          </a:p>
          <a:p>
            <a:pPr indent="-431800" lvl="0" marL="457200" rtl="0" algn="l">
              <a:spcBef>
                <a:spcPts val="0"/>
              </a:spcBef>
              <a:spcAft>
                <a:spcPts val="0"/>
              </a:spcAft>
              <a:buSzPts val="3200"/>
              <a:buChar char="-"/>
            </a:pPr>
            <a:r>
              <a:rPr lang="en"/>
              <a:t>Athletic Directors: Data-driven coaches hires and budgeting decisions</a:t>
            </a:r>
            <a:endParaRPr/>
          </a:p>
          <a:p>
            <a:pPr indent="-431800" lvl="0" marL="457200" rtl="0" algn="l">
              <a:spcBef>
                <a:spcPts val="0"/>
              </a:spcBef>
              <a:spcAft>
                <a:spcPts val="0"/>
              </a:spcAft>
              <a:buSzPts val="3200"/>
              <a:buChar char="-"/>
            </a:pPr>
            <a:r>
              <a:rPr lang="en"/>
              <a:t>Scouts and Analyst: Identify top-performing teams and future trends.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76"/>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Executive Summary</a:t>
            </a:r>
            <a:endParaRPr/>
          </a:p>
        </p:txBody>
      </p:sp>
      <p:sp>
        <p:nvSpPr>
          <p:cNvPr id="299" name="Google Shape;299;p76"/>
          <p:cNvSpPr txBox="1"/>
          <p:nvPr>
            <p:ph idx="1" type="body"/>
          </p:nvPr>
        </p:nvSpPr>
        <p:spPr>
          <a:xfrm>
            <a:off x="311700" y="1152475"/>
            <a:ext cx="8520600" cy="3416400"/>
          </a:xfrm>
          <a:prstGeom prst="rect">
            <a:avLst/>
          </a:prstGeom>
        </p:spPr>
        <p:txBody>
          <a:bodyPr anchorCtr="0" anchor="t" bIns="45700" lIns="91425" spcFirstLastPara="1" rIns="91425" wrap="square" tIns="45700">
            <a:normAutofit fontScale="70000" lnSpcReduction="10000"/>
          </a:bodyPr>
          <a:lstStyle/>
          <a:p>
            <a:pPr indent="-370840" lvl="0" marL="457200" rtl="0" algn="l">
              <a:spcBef>
                <a:spcPts val="640"/>
              </a:spcBef>
              <a:spcAft>
                <a:spcPts val="0"/>
              </a:spcAft>
              <a:buSzPct val="100000"/>
              <a:buChar char="▪"/>
            </a:pPr>
            <a:r>
              <a:rPr lang="en"/>
              <a:t>Offensive and defensive efficiency, turnover rates, and shooting percentages were key predictors of postseason appearance.</a:t>
            </a:r>
            <a:br>
              <a:rPr lang="en"/>
            </a:br>
            <a:endParaRPr/>
          </a:p>
          <a:p>
            <a:pPr indent="-370840" lvl="0" marL="457200" rtl="0" algn="l">
              <a:spcBef>
                <a:spcPts val="640"/>
              </a:spcBef>
              <a:spcAft>
                <a:spcPts val="0"/>
              </a:spcAft>
              <a:buSzPct val="100000"/>
              <a:buChar char="▪"/>
            </a:pPr>
            <a:r>
              <a:rPr lang="en"/>
              <a:t>Our logistic regression model had an accuracy of 90.1% on the test set.</a:t>
            </a:r>
            <a:br>
              <a:rPr lang="en"/>
            </a:br>
            <a:endParaRPr/>
          </a:p>
          <a:p>
            <a:pPr indent="-370840" lvl="0" marL="457200" rtl="0" algn="l">
              <a:spcBef>
                <a:spcPts val="640"/>
              </a:spcBef>
              <a:spcAft>
                <a:spcPts val="0"/>
              </a:spcAft>
              <a:buSzPct val="290909"/>
              <a:buChar char="▪"/>
            </a:pPr>
            <a:r>
              <a:rPr lang="en"/>
              <a:t>We predict Utah State has a low probability of making the 2025 NCAA Tournament based on current projections.</a:t>
            </a:r>
            <a:endParaRPr sz="1100">
              <a:solidFill>
                <a:schemeClr val="dk1"/>
              </a:solidFill>
            </a:endParaRPr>
          </a:p>
          <a:p>
            <a:pPr indent="0" lvl="0" marL="0" rtl="0" algn="l">
              <a:spcBef>
                <a:spcPts val="64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77"/>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Dataset Overview</a:t>
            </a:r>
            <a:endParaRPr/>
          </a:p>
        </p:txBody>
      </p:sp>
      <p:sp>
        <p:nvSpPr>
          <p:cNvPr id="305" name="Google Shape;305;p77"/>
          <p:cNvSpPr txBox="1"/>
          <p:nvPr>
            <p:ph idx="1" type="body"/>
          </p:nvPr>
        </p:nvSpPr>
        <p:spPr>
          <a:xfrm>
            <a:off x="311700" y="1152475"/>
            <a:ext cx="8520600" cy="3416400"/>
          </a:xfrm>
          <a:prstGeom prst="rect">
            <a:avLst/>
          </a:prstGeom>
        </p:spPr>
        <p:txBody>
          <a:bodyPr anchorCtr="0" anchor="t" bIns="45700" lIns="91425" spcFirstLastPara="1" rIns="91425" wrap="square" tIns="45700">
            <a:noAutofit/>
          </a:bodyPr>
          <a:lstStyle/>
          <a:p>
            <a:pPr indent="-342900" lvl="0" marL="457200" marR="0" rtl="0" algn="l">
              <a:lnSpc>
                <a:spcPct val="115000"/>
              </a:lnSpc>
              <a:spcBef>
                <a:spcPts val="0"/>
              </a:spcBef>
              <a:spcAft>
                <a:spcPts val="0"/>
              </a:spcAft>
              <a:buSzPts val="1800"/>
              <a:buChar char="▪"/>
            </a:pPr>
            <a:r>
              <a:rPr b="1" lang="en" sz="1800"/>
              <a:t>Source</a:t>
            </a:r>
            <a:r>
              <a:rPr lang="en" sz="1800"/>
              <a:t>: Kaggle – NCAA teams from 2013 to 2023</a:t>
            </a:r>
            <a:br>
              <a:rPr lang="en" sz="1800"/>
            </a:br>
            <a:endParaRPr sz="1800"/>
          </a:p>
          <a:p>
            <a:pPr indent="-342900" lvl="0" marL="457200" marR="0" rtl="0" algn="l">
              <a:lnSpc>
                <a:spcPct val="115000"/>
              </a:lnSpc>
              <a:spcBef>
                <a:spcPts val="0"/>
              </a:spcBef>
              <a:spcAft>
                <a:spcPts val="0"/>
              </a:spcAft>
              <a:buSzPts val="1800"/>
              <a:buChar char="▪"/>
            </a:pPr>
            <a:r>
              <a:rPr b="1" lang="en" sz="1800"/>
              <a:t>Sample</a:t>
            </a:r>
            <a:r>
              <a:rPr lang="en" sz="1800"/>
              <a:t>: Power 7 conferences only (ACC, B10, B12, P12, WCC, BE, SEC, MWC)</a:t>
            </a:r>
            <a:br>
              <a:rPr lang="en" sz="1800"/>
            </a:br>
            <a:endParaRPr sz="1800"/>
          </a:p>
          <a:p>
            <a:pPr indent="-342900" lvl="0" marL="457200" marR="0" rtl="0" algn="l">
              <a:lnSpc>
                <a:spcPct val="115000"/>
              </a:lnSpc>
              <a:spcBef>
                <a:spcPts val="0"/>
              </a:spcBef>
              <a:spcAft>
                <a:spcPts val="0"/>
              </a:spcAft>
              <a:buSzPts val="1800"/>
              <a:buChar char="▪"/>
            </a:pPr>
            <a:r>
              <a:rPr b="1" lang="en" sz="1800"/>
              <a:t>Target Variable</a:t>
            </a:r>
            <a:r>
              <a:rPr lang="en" sz="1800"/>
              <a:t>: POSTSEASON (1 = made NCAA tournament)</a:t>
            </a:r>
            <a:br>
              <a:rPr lang="en" sz="1800"/>
            </a:br>
            <a:endParaRPr sz="1800"/>
          </a:p>
          <a:p>
            <a:pPr indent="-342900" lvl="0" marL="457200" marR="0" rtl="0" algn="l">
              <a:lnSpc>
                <a:spcPct val="115000"/>
              </a:lnSpc>
              <a:spcBef>
                <a:spcPts val="0"/>
              </a:spcBef>
              <a:spcAft>
                <a:spcPts val="0"/>
              </a:spcAft>
              <a:buSzPts val="1800"/>
              <a:buChar char="▪"/>
            </a:pPr>
            <a:r>
              <a:rPr b="1" lang="en" sz="1800"/>
              <a:t>Key Variables</a:t>
            </a:r>
            <a:r>
              <a:rPr lang="en" sz="1800"/>
              <a:t>: Offensive/Defensiv</a:t>
            </a:r>
            <a:r>
              <a:rPr lang="en" sz="1800"/>
              <a:t>e Efficiency (ADJOE/ADJDE), Turnover Rates (TORD), Shooting % (2P_O, 3P_O, 3P_D), Rebounding (ORB), Free Throw Rate (FTR), and Tempo (categorized as Slow, Moderate, Fast)</a:t>
            </a:r>
            <a:endParaRPr sz="1800"/>
          </a:p>
          <a:p>
            <a:pPr indent="0" lvl="0" marL="0" rtl="0" algn="l">
              <a:lnSpc>
                <a:spcPct val="115000"/>
              </a:lnSpc>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78"/>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Dataset Overview</a:t>
            </a:r>
            <a:endParaRPr/>
          </a:p>
        </p:txBody>
      </p:sp>
      <p:sp>
        <p:nvSpPr>
          <p:cNvPr id="311" name="Google Shape;311;p78"/>
          <p:cNvSpPr txBox="1"/>
          <p:nvPr>
            <p:ph idx="1" type="body"/>
          </p:nvPr>
        </p:nvSpPr>
        <p:spPr>
          <a:xfrm>
            <a:off x="235500" y="1152475"/>
            <a:ext cx="8240400" cy="3416400"/>
          </a:xfrm>
          <a:prstGeom prst="rect">
            <a:avLst/>
          </a:prstGeom>
        </p:spPr>
        <p:txBody>
          <a:bodyPr anchorCtr="0" anchor="t" bIns="45700" lIns="91425" spcFirstLastPara="1" rIns="91425" wrap="square" tIns="45700">
            <a:normAutofit lnSpcReduction="20000"/>
          </a:bodyPr>
          <a:lstStyle/>
          <a:p>
            <a:pPr indent="-363836" lvl="0" marL="457200" rtl="0" algn="l">
              <a:spcBef>
                <a:spcPts val="640"/>
              </a:spcBef>
              <a:spcAft>
                <a:spcPts val="0"/>
              </a:spcAft>
              <a:buSzPts val="2130"/>
              <a:buChar char="▪"/>
            </a:pPr>
            <a:r>
              <a:rPr lang="en" sz="2129"/>
              <a:t>Original dataset had the following variables:</a:t>
            </a:r>
            <a:endParaRPr sz="2129"/>
          </a:p>
          <a:p>
            <a:pPr indent="0" lvl="0" marL="457200" rtl="0" algn="l">
              <a:spcBef>
                <a:spcPts val="640"/>
              </a:spcBef>
              <a:spcAft>
                <a:spcPts val="0"/>
              </a:spcAft>
              <a:buNone/>
            </a:pPr>
            <a:r>
              <a:t/>
            </a:r>
            <a:endParaRPr sz="2129"/>
          </a:p>
          <a:p>
            <a:pPr indent="0" lvl="0" marL="0" rtl="0" algn="l">
              <a:spcBef>
                <a:spcPts val="640"/>
              </a:spcBef>
              <a:spcAft>
                <a:spcPts val="0"/>
              </a:spcAft>
              <a:buNone/>
            </a:pPr>
            <a:r>
              <a:rPr lang="en" sz="1200" u="sng"/>
              <a:t>Continuous predictor variables:</a:t>
            </a:r>
            <a:endParaRPr sz="1200" u="sng"/>
          </a:p>
          <a:p>
            <a:pPr indent="-304800" lvl="0" marL="457200" rtl="0" algn="l">
              <a:spcBef>
                <a:spcPts val="640"/>
              </a:spcBef>
              <a:spcAft>
                <a:spcPts val="0"/>
              </a:spcAft>
              <a:buSzPts val="1200"/>
              <a:buChar char="●"/>
            </a:pPr>
            <a:r>
              <a:rPr lang="en" sz="1200"/>
              <a:t>ADJOE (Adjusted Offensive Efficiency)					</a:t>
            </a:r>
            <a:endParaRPr sz="1200"/>
          </a:p>
          <a:p>
            <a:pPr indent="-304800" lvl="0" marL="457200" rtl="0" algn="l">
              <a:spcBef>
                <a:spcPts val="0"/>
              </a:spcBef>
              <a:spcAft>
                <a:spcPts val="0"/>
              </a:spcAft>
              <a:buSzPts val="1200"/>
              <a:buChar char="●"/>
            </a:pPr>
            <a:r>
              <a:rPr lang="en" sz="1200"/>
              <a:t>ADJDE (Adjusted Defensive Efficiency)</a:t>
            </a:r>
            <a:endParaRPr sz="1200"/>
          </a:p>
          <a:p>
            <a:pPr indent="-304800" lvl="0" marL="457200" rtl="0" algn="l">
              <a:spcBef>
                <a:spcPts val="0"/>
              </a:spcBef>
              <a:spcAft>
                <a:spcPts val="0"/>
              </a:spcAft>
              <a:buSzPts val="1200"/>
              <a:buChar char="●"/>
            </a:pPr>
            <a:r>
              <a:rPr lang="en" sz="1200"/>
              <a:t>BARTHAG</a:t>
            </a:r>
            <a:endParaRPr sz="1200"/>
          </a:p>
          <a:p>
            <a:pPr indent="-304800" lvl="0" marL="457200" rtl="0" algn="l">
              <a:spcBef>
                <a:spcPts val="0"/>
              </a:spcBef>
              <a:spcAft>
                <a:spcPts val="0"/>
              </a:spcAft>
              <a:buSzPts val="1200"/>
              <a:buChar char="●"/>
            </a:pPr>
            <a:r>
              <a:rPr lang="en" sz="1200"/>
              <a:t>TOR (Offensive Turnover Rate)</a:t>
            </a:r>
            <a:endParaRPr sz="1200"/>
          </a:p>
          <a:p>
            <a:pPr indent="-304800" lvl="0" marL="457200" rtl="0" algn="l">
              <a:spcBef>
                <a:spcPts val="0"/>
              </a:spcBef>
              <a:spcAft>
                <a:spcPts val="0"/>
              </a:spcAft>
              <a:buSzPts val="1200"/>
              <a:buChar char="●"/>
            </a:pPr>
            <a:r>
              <a:rPr lang="en" sz="1200"/>
              <a:t>TORD (Defensive Turnover Rate)</a:t>
            </a:r>
            <a:endParaRPr sz="1200"/>
          </a:p>
          <a:p>
            <a:pPr indent="-304800" lvl="0" marL="457200" rtl="0" algn="l">
              <a:spcBef>
                <a:spcPts val="0"/>
              </a:spcBef>
              <a:spcAft>
                <a:spcPts val="0"/>
              </a:spcAft>
              <a:buSzPts val="1200"/>
              <a:buChar char="●"/>
            </a:pPr>
            <a:r>
              <a:rPr lang="en" sz="1200"/>
              <a:t>EFG_O (Effective Field Goal Percentage – Offense)</a:t>
            </a:r>
            <a:endParaRPr sz="1200"/>
          </a:p>
          <a:p>
            <a:pPr indent="-304800" lvl="0" marL="457200" rtl="0" algn="l">
              <a:spcBef>
                <a:spcPts val="0"/>
              </a:spcBef>
              <a:spcAft>
                <a:spcPts val="0"/>
              </a:spcAft>
              <a:buSzPts val="1200"/>
              <a:buChar char="●"/>
            </a:pPr>
            <a:r>
              <a:rPr lang="en" sz="1200"/>
              <a:t>EFG_D (Effective Field Goal Percentage – Defense)</a:t>
            </a:r>
            <a:endParaRPr sz="1200"/>
          </a:p>
          <a:p>
            <a:pPr indent="-304800" lvl="0" marL="457200" rtl="0" algn="l">
              <a:spcBef>
                <a:spcPts val="0"/>
              </a:spcBef>
              <a:spcAft>
                <a:spcPts val="0"/>
              </a:spcAft>
              <a:buSzPts val="1200"/>
              <a:buChar char="●"/>
            </a:pPr>
            <a:r>
              <a:rPr lang="en" sz="1200"/>
              <a:t>FTR (Free Throw Rate – Offense)</a:t>
            </a:r>
            <a:endParaRPr sz="1200"/>
          </a:p>
          <a:p>
            <a:pPr indent="-304800" lvl="0" marL="457200" rtl="0" algn="l">
              <a:spcBef>
                <a:spcPts val="0"/>
              </a:spcBef>
              <a:spcAft>
                <a:spcPts val="0"/>
              </a:spcAft>
              <a:buSzPts val="1200"/>
              <a:buChar char="●"/>
            </a:pPr>
            <a:r>
              <a:rPr lang="en" sz="1200"/>
              <a:t>FTRD (Free Throw Rate – Defense)</a:t>
            </a:r>
            <a:endParaRPr sz="1200"/>
          </a:p>
          <a:p>
            <a:pPr indent="-304800" lvl="0" marL="457200" rtl="0" algn="l">
              <a:spcBef>
                <a:spcPts val="0"/>
              </a:spcBef>
              <a:spcAft>
                <a:spcPts val="0"/>
              </a:spcAft>
              <a:buSzPts val="1200"/>
              <a:buChar char="●"/>
            </a:pPr>
            <a:r>
              <a:rPr lang="en" sz="1200"/>
              <a:t>ORB (Offensive Rebound Percentage)</a:t>
            </a:r>
            <a:endParaRPr sz="1200"/>
          </a:p>
          <a:p>
            <a:pPr indent="-304800" lvl="0" marL="457200" rtl="0" algn="l">
              <a:spcBef>
                <a:spcPts val="0"/>
              </a:spcBef>
              <a:spcAft>
                <a:spcPts val="0"/>
              </a:spcAft>
              <a:buSzPts val="1200"/>
              <a:buChar char="●"/>
            </a:pPr>
            <a:r>
              <a:rPr lang="en" sz="1200"/>
              <a:t>DRB (Defensive Rebound Percentage)</a:t>
            </a:r>
            <a:endParaRPr sz="1200"/>
          </a:p>
          <a:p>
            <a:pPr indent="-304800" lvl="0" marL="457200" rtl="0" algn="l">
              <a:spcBef>
                <a:spcPts val="0"/>
              </a:spcBef>
              <a:spcAft>
                <a:spcPts val="0"/>
              </a:spcAft>
              <a:buSzPts val="1200"/>
              <a:buChar char="●"/>
            </a:pPr>
            <a:r>
              <a:rPr lang="en" sz="1200"/>
              <a:t>2P_O (Two-Point Shot Percentage – Offense)</a:t>
            </a:r>
            <a:endParaRPr sz="1200"/>
          </a:p>
          <a:p>
            <a:pPr indent="0" lvl="0" marL="0" rtl="0" algn="l">
              <a:spcBef>
                <a:spcPts val="640"/>
              </a:spcBef>
              <a:spcAft>
                <a:spcPts val="0"/>
              </a:spcAft>
              <a:buNone/>
            </a:pPr>
            <a:r>
              <a:rPr lang="en" sz="3650"/>
              <a:t> </a:t>
            </a:r>
            <a:endParaRPr sz="3650"/>
          </a:p>
        </p:txBody>
      </p:sp>
      <p:sp>
        <p:nvSpPr>
          <p:cNvPr id="312" name="Google Shape;312;p78"/>
          <p:cNvSpPr txBox="1"/>
          <p:nvPr>
            <p:ph idx="1" type="body"/>
          </p:nvPr>
        </p:nvSpPr>
        <p:spPr>
          <a:xfrm>
            <a:off x="4719525" y="1843400"/>
            <a:ext cx="4285800" cy="2388300"/>
          </a:xfrm>
          <a:prstGeom prst="rect">
            <a:avLst/>
          </a:prstGeom>
        </p:spPr>
        <p:txBody>
          <a:bodyPr anchorCtr="0" anchor="t" bIns="45700" lIns="91425" spcFirstLastPara="1" rIns="91425" wrap="square" tIns="45700">
            <a:normAutofit fontScale="77500" lnSpcReduction="20000"/>
          </a:bodyPr>
          <a:lstStyle/>
          <a:p>
            <a:pPr indent="0" lvl="0" marL="0" rtl="0" algn="l">
              <a:spcBef>
                <a:spcPts val="640"/>
              </a:spcBef>
              <a:spcAft>
                <a:spcPts val="0"/>
              </a:spcAft>
              <a:buNone/>
            </a:pPr>
            <a:r>
              <a:t/>
            </a:r>
            <a:endParaRPr sz="1200"/>
          </a:p>
          <a:p>
            <a:pPr indent="-297497" lvl="0" marL="457200" rtl="0" algn="l">
              <a:spcBef>
                <a:spcPts val="640"/>
              </a:spcBef>
              <a:spcAft>
                <a:spcPts val="0"/>
              </a:spcAft>
              <a:buSzPct val="100000"/>
              <a:buChar char="●"/>
            </a:pPr>
            <a:r>
              <a:rPr lang="en" sz="1400"/>
              <a:t>2P_D (Two-Point Shot Percentage – Defense)</a:t>
            </a:r>
            <a:endParaRPr sz="1400"/>
          </a:p>
          <a:p>
            <a:pPr indent="-297497" lvl="0" marL="457200" rtl="0" algn="l">
              <a:spcBef>
                <a:spcPts val="0"/>
              </a:spcBef>
              <a:spcAft>
                <a:spcPts val="0"/>
              </a:spcAft>
              <a:buSzPct val="100000"/>
              <a:buChar char="●"/>
            </a:pPr>
            <a:r>
              <a:rPr lang="en" sz="1400"/>
              <a:t>3P_O (Three-Point Shot Percentage – Offense)</a:t>
            </a:r>
            <a:endParaRPr sz="1400"/>
          </a:p>
          <a:p>
            <a:pPr indent="-297497" lvl="0" marL="457200" rtl="0" algn="l">
              <a:spcBef>
                <a:spcPts val="0"/>
              </a:spcBef>
              <a:spcAft>
                <a:spcPts val="0"/>
              </a:spcAft>
              <a:buSzPct val="100000"/>
              <a:buChar char="●"/>
            </a:pPr>
            <a:r>
              <a:rPr lang="en" sz="1400"/>
              <a:t>3P_D (Three-Point Shot Percentage – Defense)</a:t>
            </a:r>
            <a:endParaRPr sz="1400"/>
          </a:p>
          <a:p>
            <a:pPr indent="-297497" lvl="0" marL="457200" rtl="0" algn="l">
              <a:spcBef>
                <a:spcPts val="0"/>
              </a:spcBef>
              <a:spcAft>
                <a:spcPts val="0"/>
              </a:spcAft>
              <a:buSzPct val="100000"/>
              <a:buChar char="●"/>
            </a:pPr>
            <a:r>
              <a:rPr lang="en" sz="1400"/>
              <a:t>ADJ_T (Adjusted Tempo)</a:t>
            </a:r>
            <a:endParaRPr sz="1400"/>
          </a:p>
          <a:p>
            <a:pPr indent="0" lvl="0" marL="0" rtl="0" algn="l">
              <a:spcBef>
                <a:spcPts val="640"/>
              </a:spcBef>
              <a:spcAft>
                <a:spcPts val="0"/>
              </a:spcAft>
              <a:buNone/>
            </a:pPr>
            <a:r>
              <a:t/>
            </a:r>
            <a:endParaRPr sz="1400"/>
          </a:p>
          <a:p>
            <a:pPr indent="0" lvl="0" marL="0" rtl="0" algn="l">
              <a:spcBef>
                <a:spcPts val="640"/>
              </a:spcBef>
              <a:spcAft>
                <a:spcPts val="0"/>
              </a:spcAft>
              <a:buNone/>
            </a:pPr>
            <a:r>
              <a:rPr lang="en" sz="1400" u="sng"/>
              <a:t>Categorical predictor variables:</a:t>
            </a:r>
            <a:endParaRPr sz="1400" u="sng"/>
          </a:p>
          <a:p>
            <a:pPr indent="-297497" lvl="0" marL="457200" rtl="0" algn="l">
              <a:spcBef>
                <a:spcPts val="640"/>
              </a:spcBef>
              <a:spcAft>
                <a:spcPts val="0"/>
              </a:spcAft>
              <a:buSzPct val="100000"/>
              <a:buChar char="●"/>
            </a:pPr>
            <a:r>
              <a:rPr lang="en" sz="1400"/>
              <a:t>Conference</a:t>
            </a:r>
            <a:endParaRPr sz="1400"/>
          </a:p>
          <a:p>
            <a:pPr indent="-297497" lvl="0" marL="457200" rtl="0" algn="l">
              <a:spcBef>
                <a:spcPts val="0"/>
              </a:spcBef>
              <a:spcAft>
                <a:spcPts val="0"/>
              </a:spcAft>
              <a:buSzPct val="100000"/>
              <a:buChar char="●"/>
            </a:pPr>
            <a:r>
              <a:rPr lang="en" sz="1400"/>
              <a:t>Tempo (we chose to discretize tempo into slow, moderate, </a:t>
            </a:r>
            <a:r>
              <a:rPr lang="en" sz="1400"/>
              <a:t>a</a:t>
            </a:r>
            <a:r>
              <a:rPr lang="en" sz="1400"/>
              <a:t>nd fast.)</a:t>
            </a:r>
            <a:endParaRPr sz="1400"/>
          </a:p>
          <a:p>
            <a:pPr indent="0" lvl="0" marL="457200" rtl="0" algn="l">
              <a:spcBef>
                <a:spcPts val="640"/>
              </a:spcBef>
              <a:spcAft>
                <a:spcPts val="0"/>
              </a:spcAft>
              <a:buNone/>
            </a:pPr>
            <a:r>
              <a:t/>
            </a:r>
            <a:endParaRPr sz="1200"/>
          </a:p>
          <a:p>
            <a:pPr indent="0" lvl="0" marL="0" rtl="0" algn="l">
              <a:spcBef>
                <a:spcPts val="640"/>
              </a:spcBef>
              <a:spcAft>
                <a:spcPts val="0"/>
              </a:spcAft>
              <a:buNone/>
            </a:pPr>
            <a:r>
              <a:t/>
            </a:r>
            <a:endParaRPr sz="1200"/>
          </a:p>
          <a:p>
            <a:pPr indent="0" lvl="0" marL="0" rtl="0" algn="l">
              <a:spcBef>
                <a:spcPts val="640"/>
              </a:spcBef>
              <a:spcAft>
                <a:spcPts val="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79"/>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3000"/>
              <a:t>Exploratory Data Analysis - Tempo</a:t>
            </a:r>
            <a:endParaRPr sz="3000"/>
          </a:p>
        </p:txBody>
      </p:sp>
      <p:pic>
        <p:nvPicPr>
          <p:cNvPr id="318" name="Google Shape;318;p79" title="Screen Shot 2025-04-15 at 7.30.15 PM.png"/>
          <p:cNvPicPr preferRelativeResize="0"/>
          <p:nvPr/>
        </p:nvPicPr>
        <p:blipFill>
          <a:blip r:embed="rId3">
            <a:alphaModFix/>
          </a:blip>
          <a:stretch>
            <a:fillRect/>
          </a:stretch>
        </p:blipFill>
        <p:spPr>
          <a:xfrm>
            <a:off x="311700" y="1161975"/>
            <a:ext cx="3898848" cy="3820975"/>
          </a:xfrm>
          <a:prstGeom prst="rect">
            <a:avLst/>
          </a:prstGeom>
          <a:noFill/>
          <a:ln>
            <a:noFill/>
          </a:ln>
        </p:spPr>
      </p:pic>
      <p:sp>
        <p:nvSpPr>
          <p:cNvPr id="319" name="Google Shape;319;p79"/>
          <p:cNvSpPr txBox="1"/>
          <p:nvPr/>
        </p:nvSpPr>
        <p:spPr>
          <a:xfrm>
            <a:off x="4555675" y="1191975"/>
            <a:ext cx="4276500" cy="3791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2"/>
              </a:buClr>
              <a:buSzPts val="1400"/>
              <a:buChar char="●"/>
            </a:pPr>
            <a:r>
              <a:rPr lang="en">
                <a:solidFill>
                  <a:schemeClr val="lt2"/>
                </a:solidFill>
              </a:rPr>
              <a:t>Teams that make the postseason have a much higher win </a:t>
            </a:r>
            <a:r>
              <a:rPr lang="en">
                <a:solidFill>
                  <a:schemeClr val="lt2"/>
                </a:solidFill>
              </a:rPr>
              <a:t>percentage</a:t>
            </a:r>
            <a:r>
              <a:rPr lang="en">
                <a:solidFill>
                  <a:schemeClr val="lt2"/>
                </a:solidFill>
              </a:rPr>
              <a:t> than those who do not (duh.)</a:t>
            </a:r>
            <a:endParaRPr>
              <a:solidFill>
                <a:schemeClr val="lt2"/>
              </a:solidFill>
            </a:endParaRPr>
          </a:p>
          <a:p>
            <a:pPr indent="0" lvl="0" marL="0" rtl="0" algn="l">
              <a:spcBef>
                <a:spcPts val="0"/>
              </a:spcBef>
              <a:spcAft>
                <a:spcPts val="0"/>
              </a:spcAft>
              <a:buNone/>
            </a:pPr>
            <a:r>
              <a:t/>
            </a:r>
            <a:endParaRPr>
              <a:solidFill>
                <a:schemeClr val="lt2"/>
              </a:solidFill>
            </a:endParaRPr>
          </a:p>
          <a:p>
            <a:pPr indent="-317500" lvl="0" marL="457200" rtl="0" algn="l">
              <a:spcBef>
                <a:spcPts val="0"/>
              </a:spcBef>
              <a:spcAft>
                <a:spcPts val="0"/>
              </a:spcAft>
              <a:buClr>
                <a:schemeClr val="lt2"/>
              </a:buClr>
              <a:buSzPts val="1400"/>
              <a:buChar char="●"/>
            </a:pPr>
            <a:r>
              <a:rPr lang="en">
                <a:solidFill>
                  <a:schemeClr val="lt2"/>
                </a:solidFill>
              </a:rPr>
              <a:t>Tempo can have a much different trend on a team’s win percentage for postseason teams rather than non-postseason teams.</a:t>
            </a:r>
            <a:endParaRPr>
              <a:solidFill>
                <a:schemeClr val="lt2"/>
              </a:solidFill>
            </a:endParaRPr>
          </a:p>
          <a:p>
            <a:pPr indent="-317500" lvl="1" marL="914400" rtl="0" algn="l">
              <a:spcBef>
                <a:spcPts val="0"/>
              </a:spcBef>
              <a:spcAft>
                <a:spcPts val="0"/>
              </a:spcAft>
              <a:buClr>
                <a:schemeClr val="lt2"/>
              </a:buClr>
              <a:buSzPts val="1400"/>
              <a:buChar char="○"/>
            </a:pPr>
            <a:r>
              <a:rPr lang="en">
                <a:solidFill>
                  <a:schemeClr val="lt2"/>
                </a:solidFill>
              </a:rPr>
              <a:t>Postseason: moderate tempo has the lowest, then slow tempo, and then fast tempo.</a:t>
            </a:r>
            <a:endParaRPr>
              <a:solidFill>
                <a:schemeClr val="lt2"/>
              </a:solidFill>
            </a:endParaRPr>
          </a:p>
          <a:p>
            <a:pPr indent="-317500" lvl="1" marL="914400" rtl="0" algn="l">
              <a:spcBef>
                <a:spcPts val="0"/>
              </a:spcBef>
              <a:spcAft>
                <a:spcPts val="0"/>
              </a:spcAft>
              <a:buClr>
                <a:schemeClr val="lt2"/>
              </a:buClr>
              <a:buSzPts val="1400"/>
              <a:buChar char="○"/>
            </a:pPr>
            <a:r>
              <a:rPr lang="en">
                <a:solidFill>
                  <a:schemeClr val="lt2"/>
                </a:solidFill>
              </a:rPr>
              <a:t>Non-postseason: moderate tempo has the highest, then fast tempo, then slow tempo.</a:t>
            </a:r>
            <a:endParaRPr>
              <a:solidFill>
                <a:schemeClr val="lt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80"/>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Variable Selection</a:t>
            </a:r>
            <a:endParaRPr/>
          </a:p>
        </p:txBody>
      </p:sp>
      <p:sp>
        <p:nvSpPr>
          <p:cNvPr id="325" name="Google Shape;325;p80"/>
          <p:cNvSpPr txBox="1"/>
          <p:nvPr>
            <p:ph idx="1" type="body"/>
          </p:nvPr>
        </p:nvSpPr>
        <p:spPr>
          <a:xfrm>
            <a:off x="311700" y="1152475"/>
            <a:ext cx="8520600" cy="3762300"/>
          </a:xfrm>
          <a:prstGeom prst="rect">
            <a:avLst/>
          </a:prstGeom>
        </p:spPr>
        <p:txBody>
          <a:bodyPr anchorCtr="0" anchor="t" bIns="45700" lIns="91425" spcFirstLastPara="1" rIns="91425" wrap="square" tIns="45700">
            <a:normAutofit fontScale="85000" lnSpcReduction="20000"/>
          </a:bodyPr>
          <a:lstStyle/>
          <a:p>
            <a:pPr indent="0" lvl="0" marL="0" rtl="0" algn="l">
              <a:spcBef>
                <a:spcPts val="640"/>
              </a:spcBef>
              <a:spcAft>
                <a:spcPts val="0"/>
              </a:spcAft>
              <a:buNone/>
            </a:pPr>
            <a:r>
              <a:rPr lang="en"/>
              <a:t>We used both:</a:t>
            </a:r>
            <a:endParaRPr/>
          </a:p>
          <a:p>
            <a:pPr indent="-401320" lvl="0" marL="457200" rtl="0" algn="l">
              <a:spcBef>
                <a:spcPts val="640"/>
              </a:spcBef>
              <a:spcAft>
                <a:spcPts val="0"/>
              </a:spcAft>
              <a:buSzPct val="100000"/>
              <a:buChar char="▪"/>
            </a:pPr>
            <a:r>
              <a:rPr lang="en"/>
              <a:t>Backward stepwise selection</a:t>
            </a:r>
            <a:endParaRPr/>
          </a:p>
          <a:p>
            <a:pPr indent="-401320" lvl="0" marL="457200" rtl="0" algn="l">
              <a:spcBef>
                <a:spcPts val="640"/>
              </a:spcBef>
              <a:spcAft>
                <a:spcPts val="0"/>
              </a:spcAft>
              <a:buSzPct val="100000"/>
              <a:buChar char="▪"/>
            </a:pPr>
            <a:r>
              <a:rPr lang="en"/>
              <a:t>Elastic Net regularization</a:t>
            </a:r>
            <a:endParaRPr/>
          </a:p>
          <a:p>
            <a:pPr indent="0" lvl="0" marL="0" rtl="0" algn="l">
              <a:spcBef>
                <a:spcPts val="640"/>
              </a:spcBef>
              <a:spcAft>
                <a:spcPts val="0"/>
              </a:spcAft>
              <a:buNone/>
            </a:pPr>
            <a:r>
              <a:rPr lang="en"/>
              <a:t>Final model included:</a:t>
            </a:r>
            <a:endParaRPr/>
          </a:p>
          <a:p>
            <a:pPr indent="-401320" lvl="0" marL="457200" rtl="0" algn="l">
              <a:spcBef>
                <a:spcPts val="640"/>
              </a:spcBef>
              <a:spcAft>
                <a:spcPts val="0"/>
              </a:spcAft>
              <a:buSzPct val="100000"/>
              <a:buChar char="▪"/>
            </a:pPr>
            <a:r>
              <a:rPr lang="en"/>
              <a:t>ADJOE, ADJDE, TORD, ORB</a:t>
            </a:r>
            <a:endParaRPr/>
          </a:p>
          <a:p>
            <a:pPr indent="-401320" lvl="0" marL="457200" rtl="0" algn="l">
              <a:spcBef>
                <a:spcPts val="640"/>
              </a:spcBef>
              <a:spcAft>
                <a:spcPts val="0"/>
              </a:spcAft>
              <a:buSzPct val="100000"/>
              <a:buChar char="▪"/>
            </a:pPr>
            <a:r>
              <a:rPr lang="en"/>
              <a:t>2P_O, 3P_O, 3P_D, FTR</a:t>
            </a:r>
            <a:endParaRPr/>
          </a:p>
          <a:p>
            <a:pPr indent="-401320" lvl="0" marL="457200" rtl="0" algn="l">
              <a:spcBef>
                <a:spcPts val="640"/>
              </a:spcBef>
              <a:spcAft>
                <a:spcPts val="0"/>
              </a:spcAft>
              <a:buSzPct val="100000"/>
              <a:buChar char="▪"/>
            </a:pPr>
            <a:r>
              <a:rPr lang="en"/>
              <a:t>Tempo category (Fast, Slow)</a:t>
            </a:r>
            <a:endParaRPr/>
          </a:p>
          <a:p>
            <a:pPr indent="0" lvl="0" marL="0" rtl="0" algn="l">
              <a:spcBef>
                <a:spcPts val="640"/>
              </a:spcBef>
              <a:spcAft>
                <a:spcPts val="0"/>
              </a:spcAft>
              <a:buNone/>
            </a:pPr>
            <a:r>
              <a:rPr lang="en"/>
              <a:t>Variables later removed due to multicollinearity issues: BARTHAG, WAB</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81"/>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Fitted Regression Model</a:t>
            </a:r>
            <a:endParaRPr/>
          </a:p>
        </p:txBody>
      </p:sp>
      <p:sp>
        <p:nvSpPr>
          <p:cNvPr id="331" name="Google Shape;331;p81"/>
          <p:cNvSpPr txBox="1"/>
          <p:nvPr>
            <p:ph idx="1" type="body"/>
          </p:nvPr>
        </p:nvSpPr>
        <p:spPr>
          <a:xfrm>
            <a:off x="311700" y="3077925"/>
            <a:ext cx="8520600" cy="1491000"/>
          </a:xfrm>
          <a:prstGeom prst="rect">
            <a:avLst/>
          </a:prstGeom>
        </p:spPr>
        <p:txBody>
          <a:bodyPr anchorCtr="0" anchor="t" bIns="45700" lIns="91425" spcFirstLastPara="1" rIns="91425" wrap="square" tIns="45700">
            <a:normAutofit fontScale="77500" lnSpcReduction="20000"/>
          </a:bodyPr>
          <a:lstStyle/>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Clr>
                <a:schemeClr val="dk1"/>
              </a:buClr>
              <a:buSzPct val="34375"/>
              <a:buFont typeface="Arial"/>
              <a:buNone/>
            </a:pPr>
            <a:r>
              <a:t/>
            </a:r>
            <a:endParaRPr/>
          </a:p>
          <a:p>
            <a:pPr indent="0" lvl="0" marL="0" rtl="0" algn="l">
              <a:spcBef>
                <a:spcPts val="1200"/>
              </a:spcBef>
              <a:spcAft>
                <a:spcPts val="0"/>
              </a:spcAft>
              <a:buNone/>
            </a:pPr>
            <a:r>
              <a:t/>
            </a:r>
            <a:endParaRPr/>
          </a:p>
        </p:txBody>
      </p:sp>
      <p:pic>
        <p:nvPicPr>
          <p:cNvPr id="332" name="Google Shape;332;p81" title="Screen Shot 2025-04-15 at 7.40.35 PM.png"/>
          <p:cNvPicPr preferRelativeResize="0"/>
          <p:nvPr/>
        </p:nvPicPr>
        <p:blipFill>
          <a:blip r:embed="rId3">
            <a:alphaModFix/>
          </a:blip>
          <a:stretch>
            <a:fillRect/>
          </a:stretch>
        </p:blipFill>
        <p:spPr>
          <a:xfrm>
            <a:off x="152400" y="1434125"/>
            <a:ext cx="8839204" cy="466130"/>
          </a:xfrm>
          <a:prstGeom prst="rect">
            <a:avLst/>
          </a:prstGeom>
          <a:noFill/>
          <a:ln>
            <a:noFill/>
          </a:ln>
        </p:spPr>
      </p:pic>
      <p:sp>
        <p:nvSpPr>
          <p:cNvPr id="333" name="Google Shape;333;p81"/>
          <p:cNvSpPr txBox="1"/>
          <p:nvPr/>
        </p:nvSpPr>
        <p:spPr>
          <a:xfrm>
            <a:off x="540600" y="2146975"/>
            <a:ext cx="8291700" cy="2347800"/>
          </a:xfrm>
          <a:prstGeom prst="rect">
            <a:avLst/>
          </a:prstGeom>
          <a:noFill/>
          <a:ln>
            <a:noFill/>
          </a:ln>
        </p:spPr>
        <p:txBody>
          <a:bodyPr anchorCtr="0" anchor="t" bIns="91425" lIns="91425" spcFirstLastPara="1" rIns="91425" wrap="square" tIns="91425">
            <a:noAutofit/>
          </a:bodyPr>
          <a:lstStyle/>
          <a:p>
            <a:pPr indent="-415925" lvl="0" marL="457200" rtl="0" algn="l">
              <a:spcBef>
                <a:spcPts val="640"/>
              </a:spcBef>
              <a:spcAft>
                <a:spcPts val="0"/>
              </a:spcAft>
              <a:buClr>
                <a:srgbClr val="01ADDB"/>
              </a:buClr>
              <a:buSzPts val="2950"/>
              <a:buFont typeface="Noto Sans Symbols"/>
              <a:buChar char="▪"/>
            </a:pPr>
            <a:r>
              <a:rPr lang="en" sz="2950">
                <a:solidFill>
                  <a:schemeClr val="lt2"/>
                </a:solidFill>
              </a:rPr>
              <a:t>This model identifies </a:t>
            </a:r>
            <a:r>
              <a:rPr lang="en" sz="2950">
                <a:solidFill>
                  <a:schemeClr val="lt2"/>
                </a:solidFill>
              </a:rPr>
              <a:t>efficient</a:t>
            </a:r>
            <a:r>
              <a:rPr lang="en" sz="2950">
                <a:solidFill>
                  <a:schemeClr val="lt2"/>
                </a:solidFill>
              </a:rPr>
              <a:t> offense, lower </a:t>
            </a:r>
            <a:r>
              <a:rPr lang="en" sz="2950">
                <a:solidFill>
                  <a:schemeClr val="lt2"/>
                </a:solidFill>
              </a:rPr>
              <a:t>opponent</a:t>
            </a:r>
            <a:r>
              <a:rPr lang="en" sz="2950">
                <a:solidFill>
                  <a:schemeClr val="lt2"/>
                </a:solidFill>
              </a:rPr>
              <a:t> </a:t>
            </a:r>
            <a:r>
              <a:rPr lang="en" sz="2950">
                <a:solidFill>
                  <a:schemeClr val="lt2"/>
                </a:solidFill>
              </a:rPr>
              <a:t>efficiency</a:t>
            </a:r>
            <a:r>
              <a:rPr lang="en" sz="2950">
                <a:solidFill>
                  <a:schemeClr val="lt2"/>
                </a:solidFill>
              </a:rPr>
              <a:t>, drawing fouls, and playing a fast tempo as key traits of postseason-caliber teams. </a:t>
            </a:r>
            <a:endParaRPr sz="295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2"/>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Model Assumption Checks</a:t>
            </a:r>
            <a:endParaRPr/>
          </a:p>
        </p:txBody>
      </p:sp>
      <p:sp>
        <p:nvSpPr>
          <p:cNvPr id="339" name="Google Shape;339;p82"/>
          <p:cNvSpPr txBox="1"/>
          <p:nvPr>
            <p:ph idx="1" type="body"/>
          </p:nvPr>
        </p:nvSpPr>
        <p:spPr>
          <a:xfrm>
            <a:off x="311700" y="1152475"/>
            <a:ext cx="8520600" cy="3416400"/>
          </a:xfrm>
          <a:prstGeom prst="rect">
            <a:avLst/>
          </a:prstGeom>
        </p:spPr>
        <p:txBody>
          <a:bodyPr anchorCtr="0" anchor="t" bIns="45700" lIns="91425" spcFirstLastPara="1" rIns="91425" wrap="square" tIns="45700">
            <a:normAutofit fontScale="92500" lnSpcReduction="20000"/>
          </a:bodyPr>
          <a:lstStyle/>
          <a:p>
            <a:pPr indent="-416560" lvl="0" marL="457200" rtl="0" algn="l">
              <a:spcBef>
                <a:spcPts val="640"/>
              </a:spcBef>
              <a:spcAft>
                <a:spcPts val="0"/>
              </a:spcAft>
              <a:buSzPct val="100000"/>
              <a:buChar char="▪"/>
            </a:pPr>
            <a:r>
              <a:rPr lang="en"/>
              <a:t>Linearity (X vs log-odds): All but TORD showed strong linearity. Kept TORD after testing transformations/interactions</a:t>
            </a:r>
            <a:endParaRPr/>
          </a:p>
          <a:p>
            <a:pPr indent="-416560" lvl="0" marL="457200" rtl="0" algn="l">
              <a:spcBef>
                <a:spcPts val="640"/>
              </a:spcBef>
              <a:spcAft>
                <a:spcPts val="0"/>
              </a:spcAft>
              <a:buSzPct val="100000"/>
              <a:buChar char="▪"/>
            </a:pPr>
            <a:r>
              <a:rPr lang="en"/>
              <a:t>Independence: Each team-season is unique</a:t>
            </a:r>
            <a:endParaRPr/>
          </a:p>
          <a:p>
            <a:pPr indent="-416560" lvl="0" marL="457200" rtl="0" algn="l">
              <a:spcBef>
                <a:spcPts val="640"/>
              </a:spcBef>
              <a:spcAft>
                <a:spcPts val="0"/>
              </a:spcAft>
              <a:buSzPct val="100000"/>
              <a:buChar char="▪"/>
            </a:pPr>
            <a:r>
              <a:rPr lang="en"/>
              <a:t>Influential Points: One bid-stealer (2015 Wyoming) flagged, but kept in</a:t>
            </a:r>
            <a:endParaRPr/>
          </a:p>
          <a:p>
            <a:pPr indent="-416560" lvl="0" marL="457200" rtl="0" algn="l">
              <a:spcBef>
                <a:spcPts val="640"/>
              </a:spcBef>
              <a:spcAft>
                <a:spcPts val="0"/>
              </a:spcAft>
              <a:buSzPct val="100000"/>
              <a:buChar char="▪"/>
            </a:pPr>
            <a:r>
              <a:rPr lang="en"/>
              <a:t>Multicollinearity: All VIFs &lt; 4 after removing problematic variables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83"/>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Model Evaluation</a:t>
            </a:r>
            <a:endParaRPr/>
          </a:p>
        </p:txBody>
      </p:sp>
      <p:sp>
        <p:nvSpPr>
          <p:cNvPr id="345" name="Google Shape;345;p83"/>
          <p:cNvSpPr txBox="1"/>
          <p:nvPr>
            <p:ph idx="1" type="body"/>
          </p:nvPr>
        </p:nvSpPr>
        <p:spPr>
          <a:xfrm>
            <a:off x="311700" y="1152475"/>
            <a:ext cx="4562400" cy="3416400"/>
          </a:xfrm>
          <a:prstGeom prst="rect">
            <a:avLst/>
          </a:prstGeom>
        </p:spPr>
        <p:txBody>
          <a:bodyPr anchorCtr="0" anchor="t" bIns="45700" lIns="91425" spcFirstLastPara="1" rIns="91425" wrap="square" tIns="45700">
            <a:normAutofit/>
          </a:bodyPr>
          <a:lstStyle/>
          <a:p>
            <a:pPr indent="-400050" lvl="0" marL="457200" rtl="0" algn="l">
              <a:spcBef>
                <a:spcPts val="640"/>
              </a:spcBef>
              <a:spcAft>
                <a:spcPts val="0"/>
              </a:spcAft>
              <a:buSzPts val="2700"/>
              <a:buChar char="▪"/>
            </a:pPr>
            <a:r>
              <a:rPr lang="en" sz="2700"/>
              <a:t>LLR p-value: </a:t>
            </a:r>
            <a:r>
              <a:rPr b="1" lang="en" sz="2700"/>
              <a:t>1.078 e-136</a:t>
            </a:r>
            <a:r>
              <a:rPr lang="en" sz="2700"/>
              <a:t> </a:t>
            </a:r>
            <a:endParaRPr sz="2700"/>
          </a:p>
          <a:p>
            <a:pPr indent="0" lvl="0" marL="342900" rtl="0" algn="l">
              <a:spcBef>
                <a:spcPts val="640"/>
              </a:spcBef>
              <a:spcAft>
                <a:spcPts val="0"/>
              </a:spcAft>
              <a:buNone/>
            </a:pPr>
            <a:r>
              <a:t/>
            </a:r>
            <a:endParaRPr sz="2700"/>
          </a:p>
          <a:p>
            <a:pPr indent="-400050" lvl="0" marL="457200" rtl="0" algn="l">
              <a:spcBef>
                <a:spcPts val="640"/>
              </a:spcBef>
              <a:spcAft>
                <a:spcPts val="0"/>
              </a:spcAft>
              <a:buSzPts val="2700"/>
              <a:buChar char="▪"/>
            </a:pPr>
            <a:r>
              <a:rPr lang="en" sz="2700"/>
              <a:t>AUC: </a:t>
            </a:r>
            <a:r>
              <a:rPr b="1" lang="en" sz="2700"/>
              <a:t>0.9684</a:t>
            </a:r>
            <a:endParaRPr b="1" sz="2700"/>
          </a:p>
        </p:txBody>
      </p:sp>
      <p:pic>
        <p:nvPicPr>
          <p:cNvPr id="346" name="Google Shape;346;p83" title="Screen Shot 2025-04-15 at 9.40.59 PM.png"/>
          <p:cNvPicPr preferRelativeResize="0"/>
          <p:nvPr/>
        </p:nvPicPr>
        <p:blipFill>
          <a:blip r:embed="rId3">
            <a:alphaModFix/>
          </a:blip>
          <a:stretch>
            <a:fillRect/>
          </a:stretch>
        </p:blipFill>
        <p:spPr>
          <a:xfrm>
            <a:off x="4985700" y="1088475"/>
            <a:ext cx="3950273"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84"/>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Confusion Matrix</a:t>
            </a:r>
            <a:endParaRPr/>
          </a:p>
        </p:txBody>
      </p:sp>
      <p:sp>
        <p:nvSpPr>
          <p:cNvPr id="352" name="Google Shape;352;p84"/>
          <p:cNvSpPr txBox="1"/>
          <p:nvPr>
            <p:ph idx="1" type="body"/>
          </p:nvPr>
        </p:nvSpPr>
        <p:spPr>
          <a:xfrm>
            <a:off x="4400550" y="1152475"/>
            <a:ext cx="4555800" cy="2921400"/>
          </a:xfrm>
          <a:prstGeom prst="rect">
            <a:avLst/>
          </a:prstGeom>
        </p:spPr>
        <p:txBody>
          <a:bodyPr anchorCtr="0" anchor="t" bIns="45700" lIns="91425" spcFirstLastPara="1" rIns="91425" wrap="square" tIns="45700">
            <a:normAutofit/>
          </a:bodyPr>
          <a:lstStyle/>
          <a:p>
            <a:pPr indent="-342900" lvl="0" marL="457200" rtl="0" algn="l">
              <a:spcBef>
                <a:spcPts val="640"/>
              </a:spcBef>
              <a:spcAft>
                <a:spcPts val="0"/>
              </a:spcAft>
              <a:buSzPts val="1800"/>
              <a:buChar char="▪"/>
            </a:pPr>
            <a:r>
              <a:rPr lang="en" sz="1800"/>
              <a:t>Accuracy: </a:t>
            </a:r>
            <a:r>
              <a:rPr b="1" lang="en" sz="1800"/>
              <a:t>90.1%</a:t>
            </a:r>
            <a:endParaRPr b="1" sz="1800"/>
          </a:p>
          <a:p>
            <a:pPr indent="-342900" lvl="0" marL="457200" rtl="0" algn="l">
              <a:spcBef>
                <a:spcPts val="640"/>
              </a:spcBef>
              <a:spcAft>
                <a:spcPts val="0"/>
              </a:spcAft>
              <a:buSzPts val="1800"/>
              <a:buChar char="▪"/>
            </a:pPr>
            <a:r>
              <a:rPr lang="en" sz="1800"/>
              <a:t>Sensitivity (true positive rate): </a:t>
            </a:r>
            <a:r>
              <a:rPr b="1" lang="en" sz="1800"/>
              <a:t>91.1%</a:t>
            </a:r>
            <a:endParaRPr b="1" sz="1800"/>
          </a:p>
          <a:p>
            <a:pPr indent="-342900" lvl="0" marL="457200" rtl="0" algn="l">
              <a:spcBef>
                <a:spcPts val="640"/>
              </a:spcBef>
              <a:spcAft>
                <a:spcPts val="0"/>
              </a:spcAft>
              <a:buSzPts val="1800"/>
              <a:buChar char="▪"/>
            </a:pPr>
            <a:r>
              <a:rPr lang="en" sz="1800"/>
              <a:t>Specificity (true negative rate): </a:t>
            </a:r>
            <a:r>
              <a:rPr b="1" lang="en" sz="1800"/>
              <a:t>89.4%</a:t>
            </a:r>
            <a:endParaRPr b="1" sz="1800"/>
          </a:p>
          <a:p>
            <a:pPr indent="-342900" lvl="0" marL="457200" rtl="0" algn="l">
              <a:spcBef>
                <a:spcPts val="640"/>
              </a:spcBef>
              <a:spcAft>
                <a:spcPts val="0"/>
              </a:spcAft>
              <a:buSzPts val="1800"/>
              <a:buChar char="▪"/>
            </a:pPr>
            <a:r>
              <a:rPr lang="en" sz="1800"/>
              <a:t>19 missed team predictions were all on the bubble, meaning they likely could’ve gone either way.</a:t>
            </a:r>
            <a:endParaRPr sz="1800"/>
          </a:p>
        </p:txBody>
      </p:sp>
      <p:pic>
        <p:nvPicPr>
          <p:cNvPr id="353" name="Google Shape;353;p84" title="Screen Shot 2025-04-15 at 8.25.18 PM.png"/>
          <p:cNvPicPr preferRelativeResize="0"/>
          <p:nvPr/>
        </p:nvPicPr>
        <p:blipFill>
          <a:blip r:embed="rId3">
            <a:alphaModFix/>
          </a:blip>
          <a:stretch>
            <a:fillRect/>
          </a:stretch>
        </p:blipFill>
        <p:spPr>
          <a:xfrm>
            <a:off x="266700" y="1152475"/>
            <a:ext cx="3913426" cy="3580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5"/>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3500"/>
              <a:t>Predicting Utah State (2024-2025)</a:t>
            </a:r>
            <a:endParaRPr sz="3500"/>
          </a:p>
        </p:txBody>
      </p:sp>
      <p:sp>
        <p:nvSpPr>
          <p:cNvPr id="359" name="Google Shape;359;p85"/>
          <p:cNvSpPr txBox="1"/>
          <p:nvPr>
            <p:ph idx="1" type="body"/>
          </p:nvPr>
        </p:nvSpPr>
        <p:spPr>
          <a:xfrm>
            <a:off x="311700" y="1017725"/>
            <a:ext cx="8520600" cy="3416400"/>
          </a:xfrm>
          <a:prstGeom prst="rect">
            <a:avLst/>
          </a:prstGeom>
        </p:spPr>
        <p:txBody>
          <a:bodyPr anchorCtr="0" anchor="t" bIns="45700" lIns="91425" spcFirstLastPara="1" rIns="91425" wrap="square" tIns="45700">
            <a:normAutofit fontScale="47500" lnSpcReduction="20000"/>
          </a:bodyPr>
          <a:lstStyle/>
          <a:p>
            <a:pPr indent="0" lvl="0" marL="0" rtl="0" algn="l">
              <a:spcBef>
                <a:spcPts val="640"/>
              </a:spcBef>
              <a:spcAft>
                <a:spcPts val="0"/>
              </a:spcAft>
              <a:buNone/>
            </a:pPr>
            <a:r>
              <a:rPr lang="en"/>
              <a:t>Using projected stats:</a:t>
            </a:r>
            <a:endParaRPr/>
          </a:p>
          <a:p>
            <a:pPr indent="-325120" lvl="0" marL="457200" rtl="0" algn="l">
              <a:spcBef>
                <a:spcPts val="640"/>
              </a:spcBef>
              <a:spcAft>
                <a:spcPts val="0"/>
              </a:spcAft>
              <a:buSzPct val="100000"/>
              <a:buChar char="▪"/>
            </a:pPr>
            <a:r>
              <a:rPr lang="en"/>
              <a:t>ADJOE: 119.8</a:t>
            </a:r>
            <a:endParaRPr/>
          </a:p>
          <a:p>
            <a:pPr indent="-325120" lvl="0" marL="457200" rtl="0" algn="l">
              <a:spcBef>
                <a:spcPts val="640"/>
              </a:spcBef>
              <a:spcAft>
                <a:spcPts val="0"/>
              </a:spcAft>
              <a:buSzPct val="100000"/>
              <a:buChar char="▪"/>
            </a:pPr>
            <a:r>
              <a:rPr lang="en"/>
              <a:t>ADJDE: 105.8</a:t>
            </a:r>
            <a:endParaRPr/>
          </a:p>
          <a:p>
            <a:pPr indent="-325120" lvl="0" marL="457200" rtl="0" algn="l">
              <a:spcBef>
                <a:spcPts val="640"/>
              </a:spcBef>
              <a:spcAft>
                <a:spcPts val="0"/>
              </a:spcAft>
              <a:buSzPct val="100000"/>
              <a:buChar char="▪"/>
            </a:pPr>
            <a:r>
              <a:rPr lang="en"/>
              <a:t>TORD: 20.1</a:t>
            </a:r>
            <a:endParaRPr/>
          </a:p>
          <a:p>
            <a:pPr indent="-325120" lvl="0" marL="457200" rtl="0" algn="l">
              <a:spcBef>
                <a:spcPts val="640"/>
              </a:spcBef>
              <a:spcAft>
                <a:spcPts val="0"/>
              </a:spcAft>
              <a:buSzPct val="100000"/>
              <a:buChar char="▪"/>
            </a:pPr>
            <a:r>
              <a:rPr lang="en"/>
              <a:t>ORB: 34.7</a:t>
            </a:r>
            <a:endParaRPr/>
          </a:p>
          <a:p>
            <a:pPr indent="-325120" lvl="0" marL="457200" rtl="0" algn="l">
              <a:spcBef>
                <a:spcPts val="640"/>
              </a:spcBef>
              <a:spcAft>
                <a:spcPts val="0"/>
              </a:spcAft>
              <a:buSzPct val="100000"/>
              <a:buChar char="▪"/>
            </a:pPr>
            <a:r>
              <a:rPr lang="en"/>
              <a:t>2P_O: 57.5</a:t>
            </a:r>
            <a:endParaRPr/>
          </a:p>
          <a:p>
            <a:pPr indent="-325120" lvl="0" marL="457200" rtl="0" algn="l">
              <a:spcBef>
                <a:spcPts val="640"/>
              </a:spcBef>
              <a:spcAft>
                <a:spcPts val="0"/>
              </a:spcAft>
              <a:buSzPct val="100000"/>
              <a:buChar char="▪"/>
            </a:pPr>
            <a:r>
              <a:rPr lang="en"/>
              <a:t>3P_O: 34.9</a:t>
            </a:r>
            <a:endParaRPr/>
          </a:p>
          <a:p>
            <a:pPr indent="-325120" lvl="0" marL="457200" rtl="0" algn="l">
              <a:spcBef>
                <a:spcPts val="640"/>
              </a:spcBef>
              <a:spcAft>
                <a:spcPts val="0"/>
              </a:spcAft>
              <a:buSzPct val="100000"/>
              <a:buChar char="▪"/>
            </a:pPr>
            <a:r>
              <a:rPr lang="en"/>
              <a:t>3P_D: 34.0</a:t>
            </a:r>
            <a:endParaRPr/>
          </a:p>
          <a:p>
            <a:pPr indent="-325120" lvl="0" marL="457200" rtl="0" algn="l">
              <a:spcBef>
                <a:spcPts val="640"/>
              </a:spcBef>
              <a:spcAft>
                <a:spcPts val="0"/>
              </a:spcAft>
              <a:buSzPct val="100000"/>
              <a:buChar char="▪"/>
            </a:pPr>
            <a:r>
              <a:rPr lang="en"/>
              <a:t>FTR: 38.1</a:t>
            </a:r>
            <a:endParaRPr/>
          </a:p>
          <a:p>
            <a:pPr indent="-325120" lvl="0" marL="457200" rtl="0" algn="l">
              <a:spcBef>
                <a:spcPts val="640"/>
              </a:spcBef>
              <a:spcAft>
                <a:spcPts val="0"/>
              </a:spcAft>
              <a:buSzPct val="100000"/>
              <a:buChar char="▪"/>
            </a:pPr>
            <a:r>
              <a:rPr lang="en"/>
              <a:t>Tempo: Moderate (baseline)</a:t>
            </a:r>
            <a:endParaRPr/>
          </a:p>
          <a:p>
            <a:pPr indent="0" lvl="0" marL="0" rtl="0" algn="l">
              <a:spcBef>
                <a:spcPts val="640"/>
              </a:spcBef>
              <a:spcAft>
                <a:spcPts val="0"/>
              </a:spcAft>
              <a:buNone/>
            </a:pPr>
            <a:r>
              <a:t/>
            </a:r>
            <a:endParaRPr/>
          </a:p>
          <a:p>
            <a:pPr indent="0" lvl="0" marL="0" rtl="0" algn="l">
              <a:spcBef>
                <a:spcPts val="640"/>
              </a:spcBef>
              <a:spcAft>
                <a:spcPts val="0"/>
              </a:spcAft>
              <a:buNone/>
            </a:pPr>
            <a:r>
              <a:rPr b="1" lang="en" sz="3745"/>
              <a:t>Predicted Probability: 30.47% chance to make the postseason. </a:t>
            </a:r>
            <a:endParaRPr b="1" sz="374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86"/>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Business Recommendations</a:t>
            </a:r>
            <a:endParaRPr/>
          </a:p>
        </p:txBody>
      </p:sp>
      <p:sp>
        <p:nvSpPr>
          <p:cNvPr id="365" name="Google Shape;365;p86"/>
          <p:cNvSpPr txBox="1"/>
          <p:nvPr>
            <p:ph idx="1" type="body"/>
          </p:nvPr>
        </p:nvSpPr>
        <p:spPr>
          <a:xfrm>
            <a:off x="311700" y="1152475"/>
            <a:ext cx="8520600" cy="3416400"/>
          </a:xfrm>
          <a:prstGeom prst="rect">
            <a:avLst/>
          </a:prstGeom>
        </p:spPr>
        <p:txBody>
          <a:bodyPr anchorCtr="0" anchor="t" bIns="45700" lIns="91425" spcFirstLastPara="1" rIns="91425" wrap="square" tIns="45700">
            <a:normAutofit lnSpcReduction="10000"/>
          </a:bodyPr>
          <a:lstStyle/>
          <a:p>
            <a:pPr indent="-431800" lvl="0" marL="457200" rtl="0" algn="l">
              <a:spcBef>
                <a:spcPts val="640"/>
              </a:spcBef>
              <a:spcAft>
                <a:spcPts val="0"/>
              </a:spcAft>
              <a:buSzPts val="3200"/>
              <a:buChar char="▪"/>
            </a:pPr>
            <a:r>
              <a:rPr lang="en"/>
              <a:t>Coaches &amp; </a:t>
            </a:r>
            <a:r>
              <a:rPr lang="en"/>
              <a:t>Recruiters</a:t>
            </a:r>
            <a:r>
              <a:rPr lang="en"/>
              <a:t>: Prioritize offensive and defensive efficiency, FTR, and low turnover rates</a:t>
            </a:r>
            <a:endParaRPr/>
          </a:p>
          <a:p>
            <a:pPr indent="-431800" lvl="0" marL="457200" rtl="0" algn="l">
              <a:spcBef>
                <a:spcPts val="640"/>
              </a:spcBef>
              <a:spcAft>
                <a:spcPts val="0"/>
              </a:spcAft>
              <a:buSzPts val="3200"/>
              <a:buChar char="▪"/>
            </a:pPr>
            <a:r>
              <a:rPr lang="en"/>
              <a:t>Analysts: Consider conference and tempo when comparing </a:t>
            </a:r>
            <a:r>
              <a:rPr lang="en"/>
              <a:t>bubble</a:t>
            </a:r>
            <a:r>
              <a:rPr lang="en"/>
              <a:t> teams</a:t>
            </a:r>
            <a:endParaRPr/>
          </a:p>
          <a:p>
            <a:pPr indent="-431800" lvl="0" marL="457200" rtl="0" algn="l">
              <a:spcBef>
                <a:spcPts val="640"/>
              </a:spcBef>
              <a:spcAft>
                <a:spcPts val="0"/>
              </a:spcAft>
              <a:buSzPts val="3200"/>
              <a:buChar char="▪"/>
            </a:pPr>
            <a:r>
              <a:rPr lang="en"/>
              <a:t>Athletic Departments: Use data-driven strategy for postseason planning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87"/>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Limitations &amp; Future Work</a:t>
            </a:r>
            <a:endParaRPr/>
          </a:p>
        </p:txBody>
      </p:sp>
      <p:sp>
        <p:nvSpPr>
          <p:cNvPr id="371" name="Google Shape;371;p87"/>
          <p:cNvSpPr txBox="1"/>
          <p:nvPr>
            <p:ph idx="1" type="body"/>
          </p:nvPr>
        </p:nvSpPr>
        <p:spPr>
          <a:xfrm>
            <a:off x="311700" y="1152475"/>
            <a:ext cx="8636400" cy="3416400"/>
          </a:xfrm>
          <a:prstGeom prst="rect">
            <a:avLst/>
          </a:prstGeom>
        </p:spPr>
        <p:txBody>
          <a:bodyPr anchorCtr="0" anchor="t" bIns="45700" lIns="91425" spcFirstLastPara="1" rIns="91425" wrap="square" tIns="45700">
            <a:normAutofit/>
          </a:bodyPr>
          <a:lstStyle/>
          <a:p>
            <a:pPr indent="-381000" lvl="0" marL="457200" rtl="0" algn="l">
              <a:spcBef>
                <a:spcPts val="640"/>
              </a:spcBef>
              <a:spcAft>
                <a:spcPts val="0"/>
              </a:spcAft>
              <a:buSzPts val="2400"/>
              <a:buChar char="▪"/>
            </a:pPr>
            <a:r>
              <a:rPr lang="en" sz="2400"/>
              <a:t>While our model performed very well overall, most of the teams missed in predictions were on the tournament bubble, which is to be expected.</a:t>
            </a:r>
            <a:endParaRPr sz="2400"/>
          </a:p>
          <a:p>
            <a:pPr indent="-381000" lvl="0" marL="457200" rtl="0" algn="l">
              <a:spcBef>
                <a:spcPts val="640"/>
              </a:spcBef>
              <a:spcAft>
                <a:spcPts val="0"/>
              </a:spcAft>
              <a:buSzPts val="2400"/>
              <a:buChar char="▪"/>
            </a:pPr>
            <a:r>
              <a:rPr lang="en" sz="2400"/>
              <a:t>However, this is likely the subset that would be most valuable to study in the future.</a:t>
            </a:r>
            <a:endParaRPr sz="2400"/>
          </a:p>
          <a:p>
            <a:pPr indent="-381000" lvl="0" marL="457200" rtl="0" algn="l">
              <a:spcBef>
                <a:spcPts val="640"/>
              </a:spcBef>
              <a:spcAft>
                <a:spcPts val="0"/>
              </a:spcAft>
              <a:buSzPts val="2400"/>
              <a:buChar char="▪"/>
            </a:pPr>
            <a:r>
              <a:rPr lang="en" sz="2400"/>
              <a:t>Future variations of this model could possible shrink down to simply teams on the bubble, allowing you to easier find which factors can get teams on the right side of the bubble.</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88"/>
          <p:cNvSpPr txBox="1"/>
          <p:nvPr>
            <p:ph type="title"/>
          </p:nvPr>
        </p:nvSpPr>
        <p:spPr>
          <a:xfrm>
            <a:off x="1085850" y="895350"/>
            <a:ext cx="6972300" cy="2386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Questions?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1200"/>
              <a:t>https://www.kaggle.com/code/yyue11/college-basketball-data-analysis</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USU - BG Pattern">
  <a:themeElements>
    <a:clrScheme name="Custom 1">
      <a:dk1>
        <a:srgbClr val="000000"/>
      </a:dk1>
      <a:lt1>
        <a:srgbClr val="FFFFFF"/>
      </a:lt1>
      <a:dk2>
        <a:srgbClr val="44546A"/>
      </a:dk2>
      <a:lt2>
        <a:srgbClr val="FEFFFF"/>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SU - BG Pattern">
  <a:themeElements>
    <a:clrScheme name="Custom 1">
      <a:dk1>
        <a:srgbClr val="000000"/>
      </a:dk1>
      <a:lt1>
        <a:srgbClr val="FFFFFF"/>
      </a:lt1>
      <a:dk2>
        <a:srgbClr val="44546A"/>
      </a:dk2>
      <a:lt2>
        <a:srgbClr val="FEFFFF"/>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