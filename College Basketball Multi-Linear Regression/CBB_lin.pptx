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Arial Black"/>
      <p:regular r:id="rId23"/>
    </p:embeddedFont>
    <p:embeddedFont>
      <p:font typeface="Encode Sans Black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EncodeSansBlack-bold.fntdata"/><Relationship Id="rId23" Type="http://schemas.openxmlformats.org/officeDocument/2006/relationships/font" Target="fonts/ArialBlack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3331970366_0_8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3331970366_0_8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40b63372c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40b63372c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35b4a4092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35b4a409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40b63372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40b63372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41028d25a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41028d25a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1028d25a8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41028d25a8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41028d25a8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41028d25a8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40b63372c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40b63372c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41028d25a8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41028d25a8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41028d25a8_3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41028d25a8_3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40e44fe2d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40e44fe2d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41028d25a8_3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41028d25a8_3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40e44fe2d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40e44fe2d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40e44fe2d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40e44fe2d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40e44fe2d7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40e44fe2d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40e44fe2d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40e44fe2d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 - Title Slide (Aggie Blue)">
  <p:cSld name="01 - Title Slide (Aggie Blue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0375" y="805496"/>
            <a:ext cx="6972300" cy="26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 Black"/>
              <a:buNone/>
              <a:defRPr b="1" i="0" sz="50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5893" y="3943170"/>
            <a:ext cx="3480948" cy="554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Cover">
  <p:cSld name="Section Cover">
    <p:bg>
      <p:bgPr>
        <a:solidFill>
          <a:schemeClr val="dk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1405053" y="2237678"/>
            <a:ext cx="60573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500"/>
              <a:buFont typeface="Arial Black"/>
              <a:buNone/>
              <a:defRPr b="1" i="0" sz="3500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 - Custom Slide (White)">
  <p:cSld name="01 - Custom Slide (White)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idx="1" type="body"/>
          </p:nvPr>
        </p:nvSpPr>
        <p:spPr>
          <a:xfrm>
            <a:off x="447923" y="1533850"/>
            <a:ext cx="8197200" cy="3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rgbClr val="01ADDB"/>
              </a:buClr>
              <a:buSzPts val="2400"/>
              <a:buFont typeface="Noto Sans Symbols"/>
              <a:buChar char="▪"/>
              <a:defRPr b="0" i="0" sz="2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rgbClr val="01ADDB"/>
              </a:buClr>
              <a:buSzPts val="2000"/>
              <a:buFont typeface="Noto Sans Symbols"/>
              <a:buChar char="▪"/>
              <a:defRPr b="0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01ADDB"/>
              </a:buClr>
              <a:buSzPts val="1800"/>
              <a:buFont typeface="Noto Sans Symbols"/>
              <a:buChar char="▪"/>
              <a:defRPr b="0" i="0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rgbClr val="01ADDB"/>
              </a:buClr>
              <a:buSzPts val="1600"/>
              <a:buFont typeface="Noto Sans Symbols"/>
              <a:buChar char="▪"/>
              <a:defRPr b="0" i="0" sz="16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Clr>
                <a:srgbClr val="01ADDB"/>
              </a:buClr>
              <a:buSzPts val="1400"/>
              <a:buFont typeface="Noto Sans Symbols"/>
              <a:buChar char="▪"/>
              <a:defRPr b="0" i="0"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type="title"/>
          </p:nvPr>
        </p:nvSpPr>
        <p:spPr>
          <a:xfrm>
            <a:off x="447923" y="360208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 Black"/>
              <a:buNone/>
              <a:defRPr b="1" i="0" sz="3000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 - Image Right (Aggie Blue)">
  <p:cSld name="01 - Image Right (Aggie Blue)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284960" y="595029"/>
            <a:ext cx="5183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Black"/>
              <a:buNone/>
              <a:defRPr b="1" i="0" sz="30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284961" y="1819562"/>
            <a:ext cx="5183400" cy="27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rgbClr val="01ADDB"/>
              </a:buClr>
              <a:buSzPts val="2400"/>
              <a:buFont typeface="Noto Sans Symbols"/>
              <a:buChar char="▪"/>
              <a:defRPr b="0" i="0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rgbClr val="01ADDB"/>
              </a:buClr>
              <a:buSzPts val="2000"/>
              <a:buFont typeface="Noto Sans Symbols"/>
              <a:buChar char="▪"/>
              <a:defRPr b="0" i="0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01ADDB"/>
              </a:buClr>
              <a:buSzPts val="1800"/>
              <a:buFont typeface="Noto Sans Symbols"/>
              <a:buChar char="▪"/>
              <a:defRPr b="0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rgbClr val="01ADDB"/>
              </a:buClr>
              <a:buSzPts val="1600"/>
              <a:buFont typeface="Noto Sans Symbols"/>
              <a:buChar char="▪"/>
              <a:defRPr b="0" i="0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Clr>
                <a:srgbClr val="01ADDB"/>
              </a:buClr>
              <a:buSzPts val="1400"/>
              <a:buFont typeface="Noto Sans Symbols"/>
              <a:buChar char="▪"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5"/>
          <p:cNvSpPr/>
          <p:nvPr>
            <p:ph idx="2" type="pic"/>
          </p:nvPr>
        </p:nvSpPr>
        <p:spPr>
          <a:xfrm>
            <a:off x="5921375" y="416312"/>
            <a:ext cx="3222600" cy="4423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Image Left (Aggie Blue)">
  <p:cSld name="02 - Image Left (Aggie Blue)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/>
          <p:nvPr>
            <p:ph idx="2" type="pic"/>
          </p:nvPr>
        </p:nvSpPr>
        <p:spPr>
          <a:xfrm>
            <a:off x="-7434" y="408878"/>
            <a:ext cx="3222600" cy="4430700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Google Shape;23;p6"/>
          <p:cNvSpPr txBox="1"/>
          <p:nvPr>
            <p:ph type="title"/>
          </p:nvPr>
        </p:nvSpPr>
        <p:spPr>
          <a:xfrm>
            <a:off x="3489886" y="658403"/>
            <a:ext cx="53553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 Black"/>
              <a:buNone/>
              <a:defRPr b="1" i="0" sz="30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489886" y="1882936"/>
            <a:ext cx="5355300" cy="27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rgbClr val="01ADDB"/>
              </a:buClr>
              <a:buSzPts val="2400"/>
              <a:buFont typeface="Noto Sans Symbols"/>
              <a:buChar char="▪"/>
              <a:defRPr b="0" i="0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rgbClr val="01ADDB"/>
              </a:buClr>
              <a:buSzPts val="2000"/>
              <a:buFont typeface="Noto Sans Symbols"/>
              <a:buChar char="▪"/>
              <a:defRPr b="0" i="0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01ADDB"/>
              </a:buClr>
              <a:buSzPts val="1800"/>
              <a:buFont typeface="Noto Sans Symbols"/>
              <a:buChar char="▪"/>
              <a:defRPr b="0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rgbClr val="01ADDB"/>
              </a:buClr>
              <a:buSzPts val="1600"/>
              <a:buFont typeface="Noto Sans Symbols"/>
              <a:buChar char="▪"/>
              <a:defRPr b="0" i="0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Clr>
                <a:srgbClr val="01ADDB"/>
              </a:buClr>
              <a:buSzPts val="1400"/>
              <a:buFont typeface="Noto Sans Symbols"/>
              <a:buChar char="▪"/>
              <a:defRPr b="0" i="0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 - Ending Slide (U State Logo) (White)">
  <p:cSld name="01 - Ending Slide (U State Logo) (White)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5893" y="3943170"/>
            <a:ext cx="3480948" cy="554487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7"/>
          <p:cNvSpPr txBox="1"/>
          <p:nvPr>
            <p:ph type="title"/>
          </p:nvPr>
        </p:nvSpPr>
        <p:spPr>
          <a:xfrm>
            <a:off x="460375" y="1047764"/>
            <a:ext cx="6972300" cy="16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Arial Black"/>
              <a:buNone/>
              <a:defRPr b="1" i="0" sz="5000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>
  <p:cSld name="Blank Slide">
    <p:bg>
      <p:bgPr>
        <a:solidFill>
          <a:schemeClr val="dk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 - Title Slide (White)">
  <p:cSld name="01 - Title Slide (White)">
    <p:bg>
      <p:bgPr>
        <a:solidFill>
          <a:schemeClr val="dk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/>
          <p:nvPr>
            <p:ph type="title"/>
          </p:nvPr>
        </p:nvSpPr>
        <p:spPr>
          <a:xfrm>
            <a:off x="460375" y="568793"/>
            <a:ext cx="6972300" cy="26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Arial Black"/>
              <a:buNone/>
              <a:defRPr b="1" i="0" sz="5000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1" name="Google Shape;3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5893" y="3943170"/>
            <a:ext cx="3480948" cy="554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Title Slide (Electric Blue)">
  <p:cSld name="02 - Title Slide (Electric Blue)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/>
          <p:nvPr>
            <p:ph type="title"/>
          </p:nvPr>
        </p:nvSpPr>
        <p:spPr>
          <a:xfrm>
            <a:off x="460375" y="568793"/>
            <a:ext cx="6972300" cy="26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1ADDB"/>
              </a:buClr>
              <a:buSzPts val="5000"/>
              <a:buFont typeface="Arial Black"/>
              <a:buNone/>
              <a:defRPr b="1" i="0" sz="5000">
                <a:solidFill>
                  <a:srgbClr val="01ADDB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4" name="Google Shape;34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5893" y="3943170"/>
            <a:ext cx="3480948" cy="554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 - Title Slide (White)">
  <p:cSld name="03 - Title Slide (White)">
    <p:bg>
      <p:bgPr>
        <a:solidFill>
          <a:schemeClr val="dk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1"/>
          <p:cNvSpPr txBox="1"/>
          <p:nvPr>
            <p:ph type="title"/>
          </p:nvPr>
        </p:nvSpPr>
        <p:spPr>
          <a:xfrm>
            <a:off x="460375" y="568793"/>
            <a:ext cx="6972300" cy="26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Arial Black"/>
              <a:buNone/>
              <a:defRPr b="1" i="0" sz="5000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5585" y="3832770"/>
            <a:ext cx="1008856" cy="781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034" y="4353701"/>
            <a:ext cx="2619376" cy="249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 - Title Slide (Electric Blue)">
  <p:cSld name="04 - Title Slide (Electric Blue)">
    <p:bg>
      <p:bgPr>
        <a:solidFill>
          <a:schemeClr val="dk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2"/>
          <p:cNvSpPr txBox="1"/>
          <p:nvPr>
            <p:ph type="title"/>
          </p:nvPr>
        </p:nvSpPr>
        <p:spPr>
          <a:xfrm>
            <a:off x="460375" y="568793"/>
            <a:ext cx="6972300" cy="26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1ADDB"/>
              </a:buClr>
              <a:buSzPts val="5000"/>
              <a:buFont typeface="Arial Black"/>
              <a:buNone/>
              <a:defRPr b="1" i="0" sz="5000">
                <a:solidFill>
                  <a:srgbClr val="01ADDB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1" name="Google Shape;4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5585" y="3832770"/>
            <a:ext cx="1008856" cy="781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034" y="4353701"/>
            <a:ext cx="2619376" cy="249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 - U State Custom Slide (White)">
  <p:cSld name="01 - U State Custom Slide (White)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3"/>
          <p:cNvSpPr txBox="1"/>
          <p:nvPr>
            <p:ph type="title"/>
          </p:nvPr>
        </p:nvSpPr>
        <p:spPr>
          <a:xfrm>
            <a:off x="447923" y="360208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 Black"/>
              <a:buNone/>
              <a:defRPr b="1" i="0" sz="3000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5" name="Google Shape;4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5585" y="3832770"/>
            <a:ext cx="1008856" cy="78105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3"/>
          <p:cNvSpPr txBox="1"/>
          <p:nvPr>
            <p:ph idx="1" type="body"/>
          </p:nvPr>
        </p:nvSpPr>
        <p:spPr>
          <a:xfrm>
            <a:off x="447923" y="1533850"/>
            <a:ext cx="8197200" cy="3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rgbClr val="01ADDB"/>
              </a:buClr>
              <a:buSzPts val="2400"/>
              <a:buFont typeface="Noto Sans Symbols"/>
              <a:buChar char="▪"/>
              <a:defRPr b="0" i="0" sz="2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rgbClr val="01ADDB"/>
              </a:buClr>
              <a:buSzPts val="2000"/>
              <a:buFont typeface="Noto Sans Symbols"/>
              <a:buChar char="▪"/>
              <a:defRPr b="0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01ADDB"/>
              </a:buClr>
              <a:buSzPts val="1800"/>
              <a:buFont typeface="Noto Sans Symbols"/>
              <a:buChar char="▪"/>
              <a:defRPr b="0" i="0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rgbClr val="01ADDB"/>
              </a:buClr>
              <a:buSzPts val="1600"/>
              <a:buFont typeface="Noto Sans Symbols"/>
              <a:buChar char="▪"/>
              <a:defRPr b="0" i="0" sz="16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Clr>
                <a:srgbClr val="01ADDB"/>
              </a:buClr>
              <a:buSzPts val="1400"/>
              <a:buFont typeface="Noto Sans Symbols"/>
              <a:buChar char="▪"/>
              <a:defRPr b="0" i="0"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U State Custom Slide (Electric Blue)">
  <p:cSld name="02 - U State Custom Slide (Electric Blue)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/>
          <p:nvPr>
            <p:ph type="title"/>
          </p:nvPr>
        </p:nvSpPr>
        <p:spPr>
          <a:xfrm>
            <a:off x="447923" y="360208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1ADDB"/>
              </a:buClr>
              <a:buSzPts val="3000"/>
              <a:buFont typeface="Arial Black"/>
              <a:buNone/>
              <a:defRPr b="1" i="0" sz="3000">
                <a:solidFill>
                  <a:srgbClr val="01ADDB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9" name="Google Shape;49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5585" y="3832770"/>
            <a:ext cx="1008856" cy="781051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4"/>
          <p:cNvSpPr txBox="1"/>
          <p:nvPr>
            <p:ph idx="1" type="body"/>
          </p:nvPr>
        </p:nvSpPr>
        <p:spPr>
          <a:xfrm>
            <a:off x="447923" y="1533850"/>
            <a:ext cx="8197200" cy="3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rgbClr val="01ADDB"/>
              </a:buClr>
              <a:buSzPts val="2400"/>
              <a:buFont typeface="Noto Sans Symbols"/>
              <a:buChar char="▪"/>
              <a:defRPr b="0" i="0" sz="2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rgbClr val="01ADDB"/>
              </a:buClr>
              <a:buSzPts val="2000"/>
              <a:buFont typeface="Noto Sans Symbols"/>
              <a:buChar char="▪"/>
              <a:defRPr b="0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01ADDB"/>
              </a:buClr>
              <a:buSzPts val="1800"/>
              <a:buFont typeface="Noto Sans Symbols"/>
              <a:buChar char="▪"/>
              <a:defRPr b="0" i="0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rgbClr val="01ADDB"/>
              </a:buClr>
              <a:buSzPts val="1600"/>
              <a:buFont typeface="Noto Sans Symbols"/>
              <a:buChar char="▪"/>
              <a:defRPr b="0" i="0" sz="16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Clr>
                <a:srgbClr val="01ADDB"/>
              </a:buClr>
              <a:buSzPts val="1400"/>
              <a:buFont typeface="Noto Sans Symbols"/>
              <a:buChar char="▪"/>
              <a:defRPr b="0" i="0"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Custom Slide (Electric Blue)">
  <p:cSld name="02 - Custom Slide (Electric Blue)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5"/>
          <p:cNvSpPr txBox="1"/>
          <p:nvPr>
            <p:ph idx="1" type="body"/>
          </p:nvPr>
        </p:nvSpPr>
        <p:spPr>
          <a:xfrm>
            <a:off x="447923" y="1533850"/>
            <a:ext cx="8197200" cy="32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rgbClr val="01ADDB"/>
              </a:buClr>
              <a:buSzPts val="2400"/>
              <a:buFont typeface="Noto Sans Symbols"/>
              <a:buChar char="▪"/>
              <a:defRPr b="0" i="0" sz="2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rgbClr val="01ADDB"/>
              </a:buClr>
              <a:buSzPts val="2000"/>
              <a:buFont typeface="Noto Sans Symbols"/>
              <a:buChar char="▪"/>
              <a:defRPr b="0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01ADDB"/>
              </a:buClr>
              <a:buSzPts val="1800"/>
              <a:buFont typeface="Noto Sans Symbols"/>
              <a:buChar char="▪"/>
              <a:defRPr b="0" i="0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rgbClr val="01ADDB"/>
              </a:buClr>
              <a:buSzPts val="1600"/>
              <a:buFont typeface="Noto Sans Symbols"/>
              <a:buChar char="▪"/>
              <a:defRPr b="0" i="0" sz="16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Clr>
                <a:srgbClr val="01ADDB"/>
              </a:buClr>
              <a:buSzPts val="1400"/>
              <a:buFont typeface="Noto Sans Symbols"/>
              <a:buChar char="▪"/>
              <a:defRPr b="0" i="0"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type="title"/>
          </p:nvPr>
        </p:nvSpPr>
        <p:spPr>
          <a:xfrm>
            <a:off x="447923" y="360208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1ADDB"/>
              </a:buClr>
              <a:buSzPts val="3000"/>
              <a:buFont typeface="Arial Black"/>
              <a:buNone/>
              <a:defRPr b="1" i="0" sz="3000">
                <a:solidFill>
                  <a:srgbClr val="01ADDB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 - U State Custom Sub-header (White)">
  <p:cSld name="01 - U State Custom Sub-header (White)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idx="1" type="body"/>
          </p:nvPr>
        </p:nvSpPr>
        <p:spPr>
          <a:xfrm>
            <a:off x="460375" y="1596389"/>
            <a:ext cx="81846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b="1" i="0" sz="2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560"/>
              </a:spcBef>
              <a:spcAft>
                <a:spcPts val="0"/>
              </a:spcAft>
              <a:buSzPts val="2800"/>
              <a:buNone/>
              <a:defRPr b="0" i="0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0" i="0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0" i="0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0" i="0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type="title"/>
          </p:nvPr>
        </p:nvSpPr>
        <p:spPr>
          <a:xfrm>
            <a:off x="447923" y="432781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 Black"/>
              <a:buNone/>
              <a:defRPr b="1" i="0" sz="3000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5585" y="3832770"/>
            <a:ext cx="1008856" cy="78105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6"/>
          <p:cNvSpPr txBox="1"/>
          <p:nvPr>
            <p:ph idx="2" type="body"/>
          </p:nvPr>
        </p:nvSpPr>
        <p:spPr>
          <a:xfrm>
            <a:off x="447923" y="2156225"/>
            <a:ext cx="8197200" cy="26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rgbClr val="01ADDB"/>
              </a:buClr>
              <a:buSzPts val="2400"/>
              <a:buFont typeface="Noto Sans Symbols"/>
              <a:buChar char="▪"/>
              <a:defRPr b="0" i="0" sz="2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rgbClr val="01ADDB"/>
              </a:buClr>
              <a:buSzPts val="2000"/>
              <a:buFont typeface="Noto Sans Symbols"/>
              <a:buChar char="▪"/>
              <a:defRPr b="0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01ADDB"/>
              </a:buClr>
              <a:buSzPts val="1800"/>
              <a:buFont typeface="Noto Sans Symbols"/>
              <a:buChar char="▪"/>
              <a:defRPr b="0" i="0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rgbClr val="01ADDB"/>
              </a:buClr>
              <a:buSzPts val="1600"/>
              <a:buFont typeface="Noto Sans Symbols"/>
              <a:buChar char="▪"/>
              <a:defRPr b="0" i="0" sz="16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Clr>
                <a:srgbClr val="01ADDB"/>
              </a:buClr>
              <a:buSzPts val="1400"/>
              <a:buFont typeface="Noto Sans Symbols"/>
              <a:buChar char="▪"/>
              <a:defRPr b="0" i="0"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U State Custom Sub-header (Electric Blue)">
  <p:cSld name="02 - U State Custom Sub-header (Electric Blue)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 txBox="1"/>
          <p:nvPr>
            <p:ph idx="1" type="body"/>
          </p:nvPr>
        </p:nvSpPr>
        <p:spPr>
          <a:xfrm>
            <a:off x="460375" y="1596389"/>
            <a:ext cx="81846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b="1" i="0" sz="2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560"/>
              </a:spcBef>
              <a:spcAft>
                <a:spcPts val="0"/>
              </a:spcAft>
              <a:buSzPts val="2800"/>
              <a:buNone/>
              <a:defRPr b="0" i="0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0" i="0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0" i="0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0" i="0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17"/>
          <p:cNvSpPr txBox="1"/>
          <p:nvPr>
            <p:ph type="title"/>
          </p:nvPr>
        </p:nvSpPr>
        <p:spPr>
          <a:xfrm>
            <a:off x="447923" y="432781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1ADDB"/>
              </a:buClr>
              <a:buSzPts val="3000"/>
              <a:buFont typeface="Arial Black"/>
              <a:buNone/>
              <a:defRPr b="1" i="0" sz="3000">
                <a:solidFill>
                  <a:srgbClr val="01ADDB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2" name="Google Shape;62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5585" y="3832770"/>
            <a:ext cx="1008856" cy="78105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7"/>
          <p:cNvSpPr txBox="1"/>
          <p:nvPr>
            <p:ph idx="2" type="body"/>
          </p:nvPr>
        </p:nvSpPr>
        <p:spPr>
          <a:xfrm>
            <a:off x="447923" y="2156225"/>
            <a:ext cx="8197200" cy="26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rgbClr val="01ADDB"/>
              </a:buClr>
              <a:buSzPts val="2400"/>
              <a:buFont typeface="Noto Sans Symbols"/>
              <a:buChar char="▪"/>
              <a:defRPr b="0" i="0" sz="2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rgbClr val="01ADDB"/>
              </a:buClr>
              <a:buSzPts val="2000"/>
              <a:buFont typeface="Noto Sans Symbols"/>
              <a:buChar char="▪"/>
              <a:defRPr b="0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01ADDB"/>
              </a:buClr>
              <a:buSzPts val="1800"/>
              <a:buFont typeface="Noto Sans Symbols"/>
              <a:buChar char="▪"/>
              <a:defRPr b="0" i="0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rgbClr val="01ADDB"/>
              </a:buClr>
              <a:buSzPts val="1600"/>
              <a:buFont typeface="Noto Sans Symbols"/>
              <a:buChar char="▪"/>
              <a:defRPr b="0" i="0" sz="16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Clr>
                <a:srgbClr val="01ADDB"/>
              </a:buClr>
              <a:buSzPts val="1400"/>
              <a:buFont typeface="Noto Sans Symbols"/>
              <a:buChar char="▪"/>
              <a:defRPr b="0" i="0"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 - Custom Sub-header (White)">
  <p:cSld name="01 - Custom Sub-header (White)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8"/>
          <p:cNvSpPr txBox="1"/>
          <p:nvPr>
            <p:ph idx="1" type="body"/>
          </p:nvPr>
        </p:nvSpPr>
        <p:spPr>
          <a:xfrm>
            <a:off x="447923" y="2156225"/>
            <a:ext cx="8197200" cy="26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rgbClr val="01ADDB"/>
              </a:buClr>
              <a:buSzPts val="2400"/>
              <a:buFont typeface="Noto Sans Symbols"/>
              <a:buChar char="▪"/>
              <a:defRPr b="0" i="0" sz="2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rgbClr val="01ADDB"/>
              </a:buClr>
              <a:buSzPts val="2000"/>
              <a:buFont typeface="Noto Sans Symbols"/>
              <a:buChar char="▪"/>
              <a:defRPr b="0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01ADDB"/>
              </a:buClr>
              <a:buSzPts val="1800"/>
              <a:buFont typeface="Noto Sans Symbols"/>
              <a:buChar char="▪"/>
              <a:defRPr b="0" i="0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rgbClr val="01ADDB"/>
              </a:buClr>
              <a:buSzPts val="1600"/>
              <a:buFont typeface="Noto Sans Symbols"/>
              <a:buChar char="▪"/>
              <a:defRPr b="0" i="0" sz="16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Clr>
                <a:srgbClr val="01ADDB"/>
              </a:buClr>
              <a:buSzPts val="1400"/>
              <a:buFont typeface="Noto Sans Symbols"/>
              <a:buChar char="▪"/>
              <a:defRPr b="0" i="0"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2" type="body"/>
          </p:nvPr>
        </p:nvSpPr>
        <p:spPr>
          <a:xfrm>
            <a:off x="460375" y="1596389"/>
            <a:ext cx="81846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b="1" i="0" sz="2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560"/>
              </a:spcBef>
              <a:spcAft>
                <a:spcPts val="0"/>
              </a:spcAft>
              <a:buSzPts val="2800"/>
              <a:buNone/>
              <a:defRPr b="0" i="0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0" i="0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0" i="0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0" i="0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type="title"/>
          </p:nvPr>
        </p:nvSpPr>
        <p:spPr>
          <a:xfrm>
            <a:off x="447923" y="432781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 Black"/>
              <a:buNone/>
              <a:defRPr b="1" i="0" sz="3000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Custom Sub-header (Electric Blue)">
  <p:cSld name="02 - Custom Sub-header (Electric Blue)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idx="1" type="body"/>
          </p:nvPr>
        </p:nvSpPr>
        <p:spPr>
          <a:xfrm>
            <a:off x="447923" y="2156225"/>
            <a:ext cx="8197200" cy="26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rgbClr val="01ADDB"/>
              </a:buClr>
              <a:buSzPts val="2400"/>
              <a:buFont typeface="Noto Sans Symbols"/>
              <a:buChar char="▪"/>
              <a:defRPr b="0" i="0" sz="2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rgbClr val="01ADDB"/>
              </a:buClr>
              <a:buSzPts val="2000"/>
              <a:buFont typeface="Noto Sans Symbols"/>
              <a:buChar char="▪"/>
              <a:defRPr b="0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01ADDB"/>
              </a:buClr>
              <a:buSzPts val="1800"/>
              <a:buFont typeface="Noto Sans Symbols"/>
              <a:buChar char="▪"/>
              <a:defRPr b="0" i="0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rgbClr val="01ADDB"/>
              </a:buClr>
              <a:buSzPts val="1600"/>
              <a:buFont typeface="Noto Sans Symbols"/>
              <a:buChar char="▪"/>
              <a:defRPr b="0" i="0" sz="16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Clr>
                <a:srgbClr val="01ADDB"/>
              </a:buClr>
              <a:buSzPts val="1400"/>
              <a:buFont typeface="Noto Sans Symbols"/>
              <a:buChar char="▪"/>
              <a:defRPr b="0" i="0"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2" type="body"/>
          </p:nvPr>
        </p:nvSpPr>
        <p:spPr>
          <a:xfrm>
            <a:off x="460375" y="1596389"/>
            <a:ext cx="81846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b="1" i="0" sz="2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560"/>
              </a:spcBef>
              <a:spcAft>
                <a:spcPts val="0"/>
              </a:spcAft>
              <a:buSzPts val="2800"/>
              <a:buNone/>
              <a:defRPr b="0" i="0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0" i="0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3pPr>
            <a:lvl4pPr indent="-228600" lvl="3" marL="18288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0" i="0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4pPr>
            <a:lvl5pPr indent="-228600" lvl="4" marL="22860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0" i="0">
                <a:solidFill>
                  <a:srgbClr val="E8D3A2"/>
                </a:solidFill>
                <a:latin typeface="Encode Sans Black"/>
                <a:ea typeface="Encode Sans Black"/>
                <a:cs typeface="Encode Sans Black"/>
                <a:sym typeface="Encode Sans Black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type="title"/>
          </p:nvPr>
        </p:nvSpPr>
        <p:spPr>
          <a:xfrm>
            <a:off x="447923" y="432781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1ADDB"/>
              </a:buClr>
              <a:buSzPts val="3000"/>
              <a:buFont typeface="Arial Black"/>
              <a:buNone/>
              <a:defRPr b="1" i="0" sz="3000">
                <a:solidFill>
                  <a:srgbClr val="01ADDB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 - Chart Slide (White)">
  <p:cSld name="01 - Chart Slide (White)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/>
          <p:nvPr>
            <p:ph idx="2" type="chart"/>
          </p:nvPr>
        </p:nvSpPr>
        <p:spPr>
          <a:xfrm>
            <a:off x="457448" y="1589305"/>
            <a:ext cx="8184600" cy="3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480"/>
              </a:spcBef>
              <a:spcAft>
                <a:spcPts val="0"/>
              </a:spcAft>
              <a:buClr>
                <a:srgbClr val="01ADDB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rgbClr val="01ADDB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rgbClr val="01ADDB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rgbClr val="01ADDB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rgbClr val="01ADDB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20"/>
          <p:cNvSpPr txBox="1"/>
          <p:nvPr>
            <p:ph type="title"/>
          </p:nvPr>
        </p:nvSpPr>
        <p:spPr>
          <a:xfrm>
            <a:off x="447923" y="353238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 Black"/>
              <a:buNone/>
              <a:defRPr b="1" i="0" sz="3000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Chart Slide (Electric Blue)">
  <p:cSld name="02 - Chart Slide (Electric Blue)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/>
          <p:nvPr>
            <p:ph idx="2" type="chart"/>
          </p:nvPr>
        </p:nvSpPr>
        <p:spPr>
          <a:xfrm>
            <a:off x="457448" y="1589305"/>
            <a:ext cx="8184600" cy="32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480"/>
              </a:spcBef>
              <a:spcAft>
                <a:spcPts val="0"/>
              </a:spcAft>
              <a:buClr>
                <a:srgbClr val="01ADDB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rgbClr val="01ADDB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rgbClr val="01ADDB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rgbClr val="01ADDB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rgbClr val="01ADDB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21"/>
          <p:cNvSpPr txBox="1"/>
          <p:nvPr>
            <p:ph type="title"/>
          </p:nvPr>
        </p:nvSpPr>
        <p:spPr>
          <a:xfrm>
            <a:off x="447923" y="353238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1ADDB"/>
              </a:buClr>
              <a:buSzPts val="3000"/>
              <a:buFont typeface="Arial Black"/>
              <a:buNone/>
              <a:defRPr b="1" i="0" sz="3000">
                <a:solidFill>
                  <a:srgbClr val="01ADDB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 - Two Chart Slide (White)">
  <p:cSld name="01 - Two Chart Slide (White)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/>
          <p:nvPr>
            <p:ph type="title"/>
          </p:nvPr>
        </p:nvSpPr>
        <p:spPr>
          <a:xfrm>
            <a:off x="447923" y="353238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 Black"/>
              <a:buNone/>
              <a:defRPr b="1" i="0" sz="3000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"/>
          <p:cNvSpPr/>
          <p:nvPr>
            <p:ph idx="2" type="chart"/>
          </p:nvPr>
        </p:nvSpPr>
        <p:spPr>
          <a:xfrm>
            <a:off x="430290" y="1638677"/>
            <a:ext cx="3977700" cy="30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480"/>
              </a:spcBef>
              <a:spcAft>
                <a:spcPts val="0"/>
              </a:spcAft>
              <a:buClr>
                <a:srgbClr val="01ADDB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rgbClr val="01ADDB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rgbClr val="01ADDB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rgbClr val="01ADDB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rgbClr val="01ADDB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22"/>
          <p:cNvSpPr/>
          <p:nvPr>
            <p:ph idx="3" type="chart"/>
          </p:nvPr>
        </p:nvSpPr>
        <p:spPr>
          <a:xfrm>
            <a:off x="4667312" y="1638677"/>
            <a:ext cx="3977700" cy="30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480"/>
              </a:spcBef>
              <a:spcAft>
                <a:spcPts val="0"/>
              </a:spcAft>
              <a:buClr>
                <a:srgbClr val="01ADDB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rgbClr val="01ADDB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rgbClr val="01ADDB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rgbClr val="01ADDB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rgbClr val="01ADDB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Two Chart Slide (Electric Blue)">
  <p:cSld name="02 - Two Chart Slide (Electric Blue)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3"/>
          <p:cNvSpPr txBox="1"/>
          <p:nvPr>
            <p:ph type="title"/>
          </p:nvPr>
        </p:nvSpPr>
        <p:spPr>
          <a:xfrm>
            <a:off x="447923" y="353238"/>
            <a:ext cx="81972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1ADDB"/>
              </a:buClr>
              <a:buSzPts val="3000"/>
              <a:buFont typeface="Arial Black"/>
              <a:buNone/>
              <a:defRPr b="1" i="0" sz="3000">
                <a:solidFill>
                  <a:srgbClr val="01ADDB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3"/>
          <p:cNvSpPr/>
          <p:nvPr>
            <p:ph idx="2" type="chart"/>
          </p:nvPr>
        </p:nvSpPr>
        <p:spPr>
          <a:xfrm>
            <a:off x="430290" y="1638677"/>
            <a:ext cx="3977700" cy="30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480"/>
              </a:spcBef>
              <a:spcAft>
                <a:spcPts val="0"/>
              </a:spcAft>
              <a:buClr>
                <a:srgbClr val="01ADDB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rgbClr val="01ADDB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rgbClr val="01ADDB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rgbClr val="01ADDB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rgbClr val="01ADDB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23"/>
          <p:cNvSpPr/>
          <p:nvPr>
            <p:ph idx="3" type="chart"/>
          </p:nvPr>
        </p:nvSpPr>
        <p:spPr>
          <a:xfrm>
            <a:off x="4667312" y="1638677"/>
            <a:ext cx="3977700" cy="30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480"/>
              </a:spcBef>
              <a:spcAft>
                <a:spcPts val="0"/>
              </a:spcAft>
              <a:buClr>
                <a:srgbClr val="01ADDB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rgbClr val="01ADDB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rgbClr val="01ADDB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rgbClr val="01ADDB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rgbClr val="01ADDB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 - Image Right (White)">
  <p:cSld name="01 - Image Right (White)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4"/>
          <p:cNvSpPr/>
          <p:nvPr>
            <p:ph idx="2" type="pic"/>
          </p:nvPr>
        </p:nvSpPr>
        <p:spPr>
          <a:xfrm>
            <a:off x="5921375" y="0"/>
            <a:ext cx="32226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24"/>
          <p:cNvSpPr txBox="1"/>
          <p:nvPr>
            <p:ph type="title"/>
          </p:nvPr>
        </p:nvSpPr>
        <p:spPr>
          <a:xfrm>
            <a:off x="284960" y="595029"/>
            <a:ext cx="5183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 Black"/>
              <a:buNone/>
              <a:defRPr b="1" i="0" sz="3000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4"/>
          <p:cNvSpPr txBox="1"/>
          <p:nvPr>
            <p:ph idx="1" type="body"/>
          </p:nvPr>
        </p:nvSpPr>
        <p:spPr>
          <a:xfrm>
            <a:off x="284961" y="1819562"/>
            <a:ext cx="5183400" cy="27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rgbClr val="01ADDB"/>
              </a:buClr>
              <a:buSzPts val="2400"/>
              <a:buFont typeface="Noto Sans Symbols"/>
              <a:buChar char="▪"/>
              <a:defRPr b="0" i="0" sz="2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rgbClr val="01ADDB"/>
              </a:buClr>
              <a:buSzPts val="2000"/>
              <a:buFont typeface="Noto Sans Symbols"/>
              <a:buChar char="▪"/>
              <a:defRPr b="0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01ADDB"/>
              </a:buClr>
              <a:buSzPts val="1800"/>
              <a:buFont typeface="Noto Sans Symbols"/>
              <a:buChar char="▪"/>
              <a:defRPr b="0" i="0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rgbClr val="01ADDB"/>
              </a:buClr>
              <a:buSzPts val="1600"/>
              <a:buFont typeface="Noto Sans Symbols"/>
              <a:buChar char="▪"/>
              <a:defRPr b="0" i="0" sz="16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Clr>
                <a:srgbClr val="01ADDB"/>
              </a:buClr>
              <a:buSzPts val="1400"/>
              <a:buFont typeface="Noto Sans Symbols"/>
              <a:buChar char="▪"/>
              <a:defRPr b="0" i="0"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Image Left (White)">
  <p:cSld name="02 - Image Left (White)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5"/>
          <p:cNvSpPr/>
          <p:nvPr>
            <p:ph idx="2" type="pic"/>
          </p:nvPr>
        </p:nvSpPr>
        <p:spPr>
          <a:xfrm>
            <a:off x="0" y="0"/>
            <a:ext cx="32226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2" name="Google Shape;92;p25"/>
          <p:cNvSpPr txBox="1"/>
          <p:nvPr>
            <p:ph type="title"/>
          </p:nvPr>
        </p:nvSpPr>
        <p:spPr>
          <a:xfrm>
            <a:off x="3489886" y="658403"/>
            <a:ext cx="53553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 Black"/>
              <a:buNone/>
              <a:defRPr b="1" i="0" sz="3000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5"/>
          <p:cNvSpPr txBox="1"/>
          <p:nvPr>
            <p:ph idx="1" type="body"/>
          </p:nvPr>
        </p:nvSpPr>
        <p:spPr>
          <a:xfrm>
            <a:off x="3489886" y="1882936"/>
            <a:ext cx="5355300" cy="27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rgbClr val="01ADDB"/>
              </a:buClr>
              <a:buSzPts val="2400"/>
              <a:buFont typeface="Noto Sans Symbols"/>
              <a:buChar char="▪"/>
              <a:defRPr b="0" i="0" sz="2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rgbClr val="01ADDB"/>
              </a:buClr>
              <a:buSzPts val="2000"/>
              <a:buFont typeface="Noto Sans Symbols"/>
              <a:buChar char="▪"/>
              <a:defRPr b="0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01ADDB"/>
              </a:buClr>
              <a:buSzPts val="1800"/>
              <a:buFont typeface="Noto Sans Symbols"/>
              <a:buChar char="▪"/>
              <a:defRPr b="0" i="0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rgbClr val="01ADDB"/>
              </a:buClr>
              <a:buSzPts val="1600"/>
              <a:buFont typeface="Noto Sans Symbols"/>
              <a:buChar char="▪"/>
              <a:defRPr b="0" i="0" sz="16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Clr>
                <a:srgbClr val="01ADDB"/>
              </a:buClr>
              <a:buSzPts val="1400"/>
              <a:buFont typeface="Noto Sans Symbols"/>
              <a:buChar char="▪"/>
              <a:defRPr b="0" i="0"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 - Image Right (Electric Blue)">
  <p:cSld name="01 - Image Right (Electric Blue)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6"/>
          <p:cNvSpPr/>
          <p:nvPr>
            <p:ph idx="2" type="pic"/>
          </p:nvPr>
        </p:nvSpPr>
        <p:spPr>
          <a:xfrm>
            <a:off x="5921375" y="0"/>
            <a:ext cx="32226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26"/>
          <p:cNvSpPr txBox="1"/>
          <p:nvPr>
            <p:ph type="title"/>
          </p:nvPr>
        </p:nvSpPr>
        <p:spPr>
          <a:xfrm>
            <a:off x="284960" y="595029"/>
            <a:ext cx="51834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1ADDB"/>
              </a:buClr>
              <a:buSzPts val="3000"/>
              <a:buFont typeface="Arial Black"/>
              <a:buNone/>
              <a:defRPr b="1" i="0" sz="3000">
                <a:solidFill>
                  <a:srgbClr val="01ADDB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6"/>
          <p:cNvSpPr txBox="1"/>
          <p:nvPr>
            <p:ph idx="1" type="body"/>
          </p:nvPr>
        </p:nvSpPr>
        <p:spPr>
          <a:xfrm>
            <a:off x="284961" y="1819562"/>
            <a:ext cx="5183400" cy="27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rgbClr val="01ADDB"/>
              </a:buClr>
              <a:buSzPts val="2400"/>
              <a:buFont typeface="Noto Sans Symbols"/>
              <a:buChar char="▪"/>
              <a:defRPr b="0" i="0" sz="2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rgbClr val="01ADDB"/>
              </a:buClr>
              <a:buSzPts val="2000"/>
              <a:buFont typeface="Noto Sans Symbols"/>
              <a:buChar char="▪"/>
              <a:defRPr b="0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01ADDB"/>
              </a:buClr>
              <a:buSzPts val="1800"/>
              <a:buFont typeface="Noto Sans Symbols"/>
              <a:buChar char="▪"/>
              <a:defRPr b="0" i="0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rgbClr val="01ADDB"/>
              </a:buClr>
              <a:buSzPts val="1600"/>
              <a:buFont typeface="Noto Sans Symbols"/>
              <a:buChar char="▪"/>
              <a:defRPr b="0" i="0" sz="16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Clr>
                <a:srgbClr val="01ADDB"/>
              </a:buClr>
              <a:buSzPts val="1400"/>
              <a:buFont typeface="Noto Sans Symbols"/>
              <a:buChar char="▪"/>
              <a:defRPr b="0" i="0"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Image Left (Electric Blue)">
  <p:cSld name="02 - Image Left (Electric Blue)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7"/>
          <p:cNvSpPr/>
          <p:nvPr>
            <p:ph idx="2" type="pic"/>
          </p:nvPr>
        </p:nvSpPr>
        <p:spPr>
          <a:xfrm>
            <a:off x="0" y="0"/>
            <a:ext cx="32226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27"/>
          <p:cNvSpPr txBox="1"/>
          <p:nvPr>
            <p:ph type="title"/>
          </p:nvPr>
        </p:nvSpPr>
        <p:spPr>
          <a:xfrm>
            <a:off x="3489886" y="658403"/>
            <a:ext cx="53553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1ADDB"/>
              </a:buClr>
              <a:buSzPts val="3000"/>
              <a:buFont typeface="Arial Black"/>
              <a:buNone/>
              <a:defRPr b="1" i="0" sz="3000">
                <a:solidFill>
                  <a:srgbClr val="01ADDB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7"/>
          <p:cNvSpPr txBox="1"/>
          <p:nvPr>
            <p:ph idx="1" type="body"/>
          </p:nvPr>
        </p:nvSpPr>
        <p:spPr>
          <a:xfrm>
            <a:off x="3489886" y="1882936"/>
            <a:ext cx="5355300" cy="27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rgbClr val="01ADDB"/>
              </a:buClr>
              <a:buSzPts val="2400"/>
              <a:buFont typeface="Noto Sans Symbols"/>
              <a:buChar char="▪"/>
              <a:defRPr b="0" i="0" sz="2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rgbClr val="01ADDB"/>
              </a:buClr>
              <a:buSzPts val="2000"/>
              <a:buFont typeface="Noto Sans Symbols"/>
              <a:buChar char="▪"/>
              <a:defRPr b="0" i="0" sz="20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rgbClr val="01ADDB"/>
              </a:buClr>
              <a:buSzPts val="1800"/>
              <a:buFont typeface="Noto Sans Symbols"/>
              <a:buChar char="▪"/>
              <a:defRPr b="0" i="0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rgbClr val="01ADDB"/>
              </a:buClr>
              <a:buSzPts val="1600"/>
              <a:buFont typeface="Noto Sans Symbols"/>
              <a:buChar char="▪"/>
              <a:defRPr b="0" i="0" sz="16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spcBef>
                <a:spcPts val="280"/>
              </a:spcBef>
              <a:spcAft>
                <a:spcPts val="0"/>
              </a:spcAft>
              <a:buClr>
                <a:srgbClr val="01ADDB"/>
              </a:buClr>
              <a:buSzPts val="1400"/>
              <a:buFont typeface="Noto Sans Symbols"/>
              <a:buChar char="▪"/>
              <a:defRPr b="0" i="0" sz="14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 - Trio Images (White)">
  <p:cSld name="01 - Trio Images (White)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8"/>
          <p:cNvSpPr/>
          <p:nvPr>
            <p:ph idx="2" type="pic"/>
          </p:nvPr>
        </p:nvSpPr>
        <p:spPr>
          <a:xfrm>
            <a:off x="389296" y="1606272"/>
            <a:ext cx="2598300" cy="3080100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28"/>
          <p:cNvSpPr/>
          <p:nvPr>
            <p:ph idx="3" type="pic"/>
          </p:nvPr>
        </p:nvSpPr>
        <p:spPr>
          <a:xfrm>
            <a:off x="3295455" y="1606272"/>
            <a:ext cx="2598300" cy="3080100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28"/>
          <p:cNvSpPr/>
          <p:nvPr>
            <p:ph idx="4" type="pic"/>
          </p:nvPr>
        </p:nvSpPr>
        <p:spPr>
          <a:xfrm>
            <a:off x="6192561" y="1606272"/>
            <a:ext cx="2598300" cy="30801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28"/>
          <p:cNvSpPr txBox="1"/>
          <p:nvPr>
            <p:ph type="title"/>
          </p:nvPr>
        </p:nvSpPr>
        <p:spPr>
          <a:xfrm>
            <a:off x="384551" y="321164"/>
            <a:ext cx="84063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Arial Black"/>
              <a:buNone/>
              <a:defRPr b="1" i="0" sz="3000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Trio Images (Electric Blue)">
  <p:cSld name="02 - Trio Images (Electric Blue)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9"/>
          <p:cNvSpPr/>
          <p:nvPr>
            <p:ph idx="2" type="pic"/>
          </p:nvPr>
        </p:nvSpPr>
        <p:spPr>
          <a:xfrm>
            <a:off x="389296" y="1606272"/>
            <a:ext cx="2598300" cy="3080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9"/>
          <p:cNvSpPr/>
          <p:nvPr>
            <p:ph idx="3" type="pic"/>
          </p:nvPr>
        </p:nvSpPr>
        <p:spPr>
          <a:xfrm>
            <a:off x="3295455" y="1606272"/>
            <a:ext cx="2598300" cy="30801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9"/>
          <p:cNvSpPr/>
          <p:nvPr>
            <p:ph idx="4" type="pic"/>
          </p:nvPr>
        </p:nvSpPr>
        <p:spPr>
          <a:xfrm>
            <a:off x="6192561" y="1606272"/>
            <a:ext cx="2598300" cy="30801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29"/>
          <p:cNvSpPr txBox="1"/>
          <p:nvPr>
            <p:ph type="title"/>
          </p:nvPr>
        </p:nvSpPr>
        <p:spPr>
          <a:xfrm>
            <a:off x="384551" y="321164"/>
            <a:ext cx="84063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1ADDB"/>
              </a:buClr>
              <a:buSzPts val="3000"/>
              <a:buFont typeface="Arial Black"/>
              <a:buNone/>
              <a:defRPr b="1" i="0" sz="3000">
                <a:solidFill>
                  <a:srgbClr val="01ADDB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 - Full Bleed Image">
  <p:cSld name="01 - Full Bleed Image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Two Full Images">
  <p:cSld name="02 - Two Full Image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1"/>
          <p:cNvSpPr/>
          <p:nvPr>
            <p:ph idx="2" type="pic"/>
          </p:nvPr>
        </p:nvSpPr>
        <p:spPr>
          <a:xfrm>
            <a:off x="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31"/>
          <p:cNvSpPr/>
          <p:nvPr>
            <p:ph idx="3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Ending Slide (Wordmark + U State) (White)">
  <p:cSld name="02 - Ending Slide (Wordmark + U State) (White)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5585" y="3832770"/>
            <a:ext cx="1008856" cy="781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034" y="4353701"/>
            <a:ext cx="2619376" cy="249848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32"/>
          <p:cNvSpPr txBox="1"/>
          <p:nvPr>
            <p:ph type="title"/>
          </p:nvPr>
        </p:nvSpPr>
        <p:spPr>
          <a:xfrm>
            <a:off x="460375" y="1047764"/>
            <a:ext cx="6972300" cy="16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Arial Black"/>
              <a:buNone/>
              <a:defRPr b="1" i="0" sz="5000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 - Ending Slide (U State Logo) (Electric Blue)">
  <p:cSld name="01 - Ending Slide (U State Logo) (Electric Blue)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5893" y="3943170"/>
            <a:ext cx="3480948" cy="554487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33"/>
          <p:cNvSpPr txBox="1"/>
          <p:nvPr>
            <p:ph type="title"/>
          </p:nvPr>
        </p:nvSpPr>
        <p:spPr>
          <a:xfrm>
            <a:off x="460375" y="1047764"/>
            <a:ext cx="6972300" cy="16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1ADDB"/>
              </a:buClr>
              <a:buSzPts val="5000"/>
              <a:buFont typeface="Arial Black"/>
              <a:buNone/>
              <a:defRPr b="1" i="0" sz="5000">
                <a:solidFill>
                  <a:srgbClr val="01ADDB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 - Ending Slide (Wordmark + U State) (Electric Blue)">
  <p:cSld name="02 - Ending Slide (Wordmark + U State) (Electric Blue)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5585" y="3832770"/>
            <a:ext cx="1008856" cy="781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034" y="4353701"/>
            <a:ext cx="2619376" cy="249848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34"/>
          <p:cNvSpPr txBox="1"/>
          <p:nvPr>
            <p:ph type="title"/>
          </p:nvPr>
        </p:nvSpPr>
        <p:spPr>
          <a:xfrm>
            <a:off x="460375" y="1047764"/>
            <a:ext cx="6972300" cy="16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1ADDB"/>
              </a:buClr>
              <a:buSzPts val="5000"/>
              <a:buFont typeface="Arial Black"/>
              <a:buNone/>
              <a:defRPr b="1" i="0" sz="5000">
                <a:solidFill>
                  <a:srgbClr val="01ADDB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35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30" name="Google Shape;130;p35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35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35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3" name="Google Shape;133;p35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4" name="Google Shape;134;p35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5" name="Google Shape;135;p3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640"/>
              </a:spcBef>
              <a:spcAft>
                <a:spcPts val="0"/>
              </a:spcAft>
              <a:buSzPts val="3200"/>
              <a:buChar char="▪"/>
              <a:defRPr/>
            </a:lvl1pPr>
            <a:lvl2pPr indent="-406400" lvl="1" marL="914400">
              <a:spcBef>
                <a:spcPts val="560"/>
              </a:spcBef>
              <a:spcAft>
                <a:spcPts val="0"/>
              </a:spcAft>
              <a:buSzPts val="2800"/>
              <a:buChar char="▪"/>
              <a:defRPr/>
            </a:lvl2pPr>
            <a:lvl3pPr indent="-381000" lvl="2" marL="1371600">
              <a:spcBef>
                <a:spcPts val="480"/>
              </a:spcBef>
              <a:spcAft>
                <a:spcPts val="0"/>
              </a:spcAft>
              <a:buSzPts val="2400"/>
              <a:buChar char="▪"/>
              <a:defRPr/>
            </a:lvl3pPr>
            <a:lvl4pPr indent="-355600" lvl="3" marL="1828800">
              <a:spcBef>
                <a:spcPts val="400"/>
              </a:spcBef>
              <a:spcAft>
                <a:spcPts val="0"/>
              </a:spcAft>
              <a:buSzPts val="2000"/>
              <a:buChar char="▪"/>
              <a:defRPr/>
            </a:lvl4pPr>
            <a:lvl5pPr indent="-355600" lvl="4" marL="2286000">
              <a:spcBef>
                <a:spcPts val="400"/>
              </a:spcBef>
              <a:spcAft>
                <a:spcPts val="0"/>
              </a:spcAft>
              <a:buSzPts val="2000"/>
              <a:buChar char="▪"/>
              <a:defRPr/>
            </a:lvl5pPr>
            <a:lvl6pPr indent="-355600" lvl="5" marL="27432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139" name="Google Shape;139;p3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29" Type="http://schemas.openxmlformats.org/officeDocument/2006/relationships/slideLayout" Target="../slideLayouts/slideLayout28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0.xml"/><Relationship Id="rId33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9.xml"/><Relationship Id="rId32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12.xml"/><Relationship Id="rId35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11.xml"/><Relationship Id="rId34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14.xml"/><Relationship Id="rId37" Type="http://schemas.openxmlformats.org/officeDocument/2006/relationships/theme" Target="../theme/theme2.xml"/><Relationship Id="rId14" Type="http://schemas.openxmlformats.org/officeDocument/2006/relationships/slideLayout" Target="../slideLayouts/slideLayout13.xml"/><Relationship Id="rId36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ground pattern&#10;&#10;Description automatically generated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27101" y="353805"/>
            <a:ext cx="8489700" cy="78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 Black"/>
              <a:buNone/>
              <a:defRPr b="0" i="0" sz="4000" u="none" cap="none" strike="noStrik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27101" y="1284055"/>
            <a:ext cx="8489700" cy="35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rgbClr val="01ADDB"/>
              </a:buClr>
              <a:buSzPts val="3200"/>
              <a:buFont typeface="Noto Sans Symbols"/>
              <a:buChar char="▪"/>
              <a:defRPr b="0" i="0" sz="3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01ADDB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01ADDB"/>
              </a:buClr>
              <a:buSzPts val="2400"/>
              <a:buFont typeface="Noto Sans Symbols"/>
              <a:buChar char="▪"/>
              <a:defRPr b="0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01ADDB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01ADDB"/>
              </a:buClr>
              <a:buSzPts val="2000"/>
              <a:buFont typeface="Noto Sans Symbols"/>
              <a:buChar char="▪"/>
              <a:defRPr b="0" i="0" sz="2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7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College Basketball</a:t>
            </a:r>
            <a:endParaRPr/>
          </a:p>
        </p:txBody>
      </p:sp>
      <p:sp>
        <p:nvSpPr>
          <p:cNvPr id="145" name="Google Shape;145;p37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Luke Nichols &amp; Jager Springer</a:t>
            </a:r>
            <a:endParaRPr/>
          </a:p>
        </p:txBody>
      </p:sp>
      <p:sp>
        <p:nvSpPr>
          <p:cNvPr id="146" name="Google Shape;146;p37"/>
          <p:cNvSpPr txBox="1"/>
          <p:nvPr/>
        </p:nvSpPr>
        <p:spPr>
          <a:xfrm>
            <a:off x="3039900" y="4760400"/>
            <a:ext cx="30642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Group Data Analysis 2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</a:t>
            </a:r>
            <a:r>
              <a:rPr lang="en"/>
              <a:t> Problem</a:t>
            </a:r>
            <a:endParaRPr/>
          </a:p>
        </p:txBody>
      </p:sp>
      <p:sp>
        <p:nvSpPr>
          <p:cNvPr id="152" name="Google Shape;152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416560" lvl="0" marL="457200" rtl="0" algn="l">
              <a:spcBef>
                <a:spcPts val="64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What statistical metrics drive a successful college </a:t>
            </a:r>
            <a:r>
              <a:rPr lang="en"/>
              <a:t>basketball</a:t>
            </a:r>
            <a:r>
              <a:rPr lang="en"/>
              <a:t> season?</a:t>
            </a:r>
            <a:endParaRPr/>
          </a:p>
          <a:p>
            <a:pPr indent="0" lvl="0" marL="4572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16560" lvl="0" marL="457200" rtl="0" algn="l">
              <a:spcBef>
                <a:spcPts val="64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School’s conference earn $2 million for each NCAA tournament game the team appears in.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Does This Benefit? </a:t>
            </a:r>
            <a:endParaRPr/>
          </a:p>
        </p:txBody>
      </p:sp>
      <p:sp>
        <p:nvSpPr>
          <p:cNvPr id="158" name="Google Shape;158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l">
              <a:spcBef>
                <a:spcPts val="640"/>
              </a:spcBef>
              <a:spcAft>
                <a:spcPts val="0"/>
              </a:spcAft>
              <a:buSzPts val="3200"/>
              <a:buChar char="-"/>
            </a:pPr>
            <a:r>
              <a:rPr lang="en"/>
              <a:t>Coaches: Improve team </a:t>
            </a:r>
            <a:r>
              <a:rPr lang="en"/>
              <a:t>strategy</a:t>
            </a:r>
            <a:r>
              <a:rPr lang="en"/>
              <a:t> and player </a:t>
            </a:r>
            <a:r>
              <a:rPr lang="en"/>
              <a:t>development</a:t>
            </a:r>
            <a:r>
              <a:rPr lang="en"/>
              <a:t> 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en"/>
              <a:t>Athletic</a:t>
            </a:r>
            <a:r>
              <a:rPr lang="en"/>
              <a:t> </a:t>
            </a:r>
            <a:r>
              <a:rPr lang="en"/>
              <a:t>Directors</a:t>
            </a:r>
            <a:r>
              <a:rPr lang="en"/>
              <a:t>: Data-driven coaches hires and </a:t>
            </a:r>
            <a:r>
              <a:rPr lang="en"/>
              <a:t>budgeting decisions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en"/>
              <a:t>Scouts and Analyst: Identify top-performing teams and future trends.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Executive Summary</a:t>
            </a:r>
            <a:endParaRPr/>
          </a:p>
        </p:txBody>
      </p:sp>
      <p:sp>
        <p:nvSpPr>
          <p:cNvPr id="164" name="Google Shape;164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Main Success Drivers:</a:t>
            </a:r>
            <a:endParaRPr/>
          </a:p>
          <a:p>
            <a:pPr indent="-431800" lvl="0" marL="457200" rtl="0" algn="l">
              <a:spcBef>
                <a:spcPts val="640"/>
              </a:spcBef>
              <a:spcAft>
                <a:spcPts val="0"/>
              </a:spcAft>
              <a:buSzPts val="3200"/>
              <a:buChar char="-"/>
            </a:pPr>
            <a:r>
              <a:rPr lang="en"/>
              <a:t>EFG_O  and EFG_D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en"/>
              <a:t>Turnover Rates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en"/>
              <a:t>Offensive and Defensive Rebounding 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en"/>
              <a:t>Postseason </a:t>
            </a:r>
            <a:r>
              <a:rPr lang="en"/>
              <a:t>Appearance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Overview</a:t>
            </a:r>
            <a:endParaRPr/>
          </a:p>
        </p:txBody>
      </p:sp>
      <p:sp>
        <p:nvSpPr>
          <p:cNvPr id="170" name="Google Shape;170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431800" lvl="0" marL="457200" rtl="0" algn="l">
              <a:spcBef>
                <a:spcPts val="640"/>
              </a:spcBef>
              <a:spcAft>
                <a:spcPts val="0"/>
              </a:spcAft>
              <a:buSzPts val="3200"/>
              <a:buChar char="-"/>
            </a:pPr>
            <a:r>
              <a:rPr lang="en"/>
              <a:t>Kaggle NCAA College Basketball Data</a:t>
            </a:r>
            <a:endParaRPr/>
          </a:p>
          <a:p>
            <a:pPr indent="0" lvl="0" marL="4572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31800" lvl="0" marL="457200" rtl="0" algn="l">
              <a:spcBef>
                <a:spcPts val="640"/>
              </a:spcBef>
              <a:spcAft>
                <a:spcPts val="0"/>
              </a:spcAft>
              <a:buSzPts val="3200"/>
              <a:buChar char="-"/>
            </a:pPr>
            <a:r>
              <a:rPr lang="en"/>
              <a:t>Timeframe: 2013 - 2023</a:t>
            </a:r>
            <a:endParaRPr/>
          </a:p>
          <a:p>
            <a:pPr indent="0" lvl="0" marL="4572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31800" lvl="0" marL="457200" rtl="0" algn="l">
              <a:spcBef>
                <a:spcPts val="640"/>
              </a:spcBef>
              <a:spcAft>
                <a:spcPts val="0"/>
              </a:spcAft>
              <a:buSzPts val="3200"/>
              <a:buChar char="-"/>
            </a:pPr>
            <a:r>
              <a:rPr lang="en"/>
              <a:t>We filter down our data to 8 conferences</a:t>
            </a:r>
            <a:br>
              <a:rPr lang="en"/>
            </a:br>
            <a:r>
              <a:rPr lang="en"/>
              <a:t>(ACC, Big East, Big Ten, Big 12, MWC, Pac-12, SEC, and WCC)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Overview</a:t>
            </a:r>
            <a:endParaRPr/>
          </a:p>
        </p:txBody>
      </p:sp>
      <p:sp>
        <p:nvSpPr>
          <p:cNvPr id="176" name="Google Shape;176;p42"/>
          <p:cNvSpPr txBox="1"/>
          <p:nvPr>
            <p:ph idx="1" type="body"/>
          </p:nvPr>
        </p:nvSpPr>
        <p:spPr>
          <a:xfrm>
            <a:off x="235500" y="1152475"/>
            <a:ext cx="82404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63836" lvl="0" marL="457200" rtl="0" algn="l">
              <a:spcBef>
                <a:spcPts val="640"/>
              </a:spcBef>
              <a:spcAft>
                <a:spcPts val="0"/>
              </a:spcAft>
              <a:buSzPts val="2130"/>
              <a:buChar char="▪"/>
            </a:pPr>
            <a:r>
              <a:rPr lang="en" sz="2129"/>
              <a:t>Original dataset had the following variables:</a:t>
            </a:r>
            <a:endParaRPr sz="2129"/>
          </a:p>
          <a:p>
            <a:pPr indent="0" lvl="0" marL="4572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129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200" u="sng"/>
              <a:t>Continuous predictor variables:</a:t>
            </a:r>
            <a:endParaRPr sz="1200" u="sng"/>
          </a:p>
          <a:p>
            <a:pPr indent="-304800" lvl="0" marL="457200" rtl="0" algn="l">
              <a:spcBef>
                <a:spcPts val="64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ADJOE (Adjusted Offensive Efficiency)					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ADJDE (Adjusted Defensive Efficiency)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BARTHAG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TOR (Offensive Turnover Rate)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 TORD (Defensive Turnover Rat</a:t>
            </a:r>
            <a:r>
              <a:rPr lang="en" sz="1200"/>
              <a:t>e)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 EFG_O (Effective Field Goal Percentage – Offense)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 EFG_D (Effective Field Goal Percentage – Defense)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 FTR (Free Throw Rate – Offense)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 FTRD (Free Throw Rate – Defense)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 ORB (Offensive Rebound Percentage)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 DRB (Defensive Rebound Percentage)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 2P_O (Two-Point Shot Percentage – Offense)</a:t>
            </a:r>
            <a:endParaRPr sz="12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3650"/>
              <a:t> </a:t>
            </a:r>
            <a:endParaRPr sz="3650"/>
          </a:p>
        </p:txBody>
      </p:sp>
      <p:sp>
        <p:nvSpPr>
          <p:cNvPr id="177" name="Google Shape;177;p42"/>
          <p:cNvSpPr txBox="1"/>
          <p:nvPr>
            <p:ph idx="1" type="body"/>
          </p:nvPr>
        </p:nvSpPr>
        <p:spPr>
          <a:xfrm>
            <a:off x="4605225" y="1840775"/>
            <a:ext cx="82404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04800" lvl="0" marL="457200" rtl="0" algn="l">
              <a:spcBef>
                <a:spcPts val="64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2P_D (Two-Point Shot Percentage – Defense)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3P_O (Three-Point Shot Percentage – Offense)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3P_D (Three-Point Shot Percentage – Defense)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ADJ_T (Adjusted Tempo)</a:t>
            </a:r>
            <a:endParaRPr sz="12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200" u="sng"/>
              <a:t>Categorical predictor variables:</a:t>
            </a:r>
            <a:endParaRPr sz="1200" u="sng"/>
          </a:p>
          <a:p>
            <a:pPr indent="-304800" lvl="0" marL="457200" rtl="0" algn="l">
              <a:spcBef>
                <a:spcPts val="64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Conference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Postseason</a:t>
            </a:r>
            <a:r>
              <a:rPr lang="en" sz="1200"/>
              <a:t> variables</a:t>
            </a:r>
            <a:endParaRPr sz="12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Variable Selection Methods</a:t>
            </a:r>
            <a:endParaRPr/>
          </a:p>
        </p:txBody>
      </p:sp>
      <p:sp>
        <p:nvSpPr>
          <p:cNvPr id="183" name="Google Shape;183;p43"/>
          <p:cNvSpPr txBox="1"/>
          <p:nvPr>
            <p:ph idx="1" type="body"/>
          </p:nvPr>
        </p:nvSpPr>
        <p:spPr>
          <a:xfrm>
            <a:off x="311700" y="1152475"/>
            <a:ext cx="44214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400"/>
              <a:t>Using backward stepwise selection, we found our model performed very similarly with 9-24 predictor variables.</a:t>
            </a:r>
            <a:endParaRPr sz="24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pic>
        <p:nvPicPr>
          <p:cNvPr id="184" name="Google Shape;184;p43" title="Screen Shot 2025-03-16 at 8.10.06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0200" y="1358349"/>
            <a:ext cx="3902102" cy="2867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Overview</a:t>
            </a:r>
            <a:endParaRPr/>
          </a:p>
        </p:txBody>
      </p:sp>
      <p:sp>
        <p:nvSpPr>
          <p:cNvPr id="190" name="Google Shape;190;p44"/>
          <p:cNvSpPr txBox="1"/>
          <p:nvPr>
            <p:ph idx="1" type="body"/>
          </p:nvPr>
        </p:nvSpPr>
        <p:spPr>
          <a:xfrm>
            <a:off x="311700" y="1152475"/>
            <a:ext cx="82404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42900" lvl="0" marL="457200" rtl="0" algn="l">
              <a:spcBef>
                <a:spcPts val="640"/>
              </a:spcBef>
              <a:spcAft>
                <a:spcPts val="0"/>
              </a:spcAft>
              <a:buSzPct val="100000"/>
              <a:buChar char="▪"/>
            </a:pPr>
            <a:r>
              <a:rPr lang="en" sz="7200"/>
              <a:t>Combining our backward stepwise selection and elastic net results, we cut down our predictor variables to the following:</a:t>
            </a:r>
            <a:endParaRPr sz="72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72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6000" u="sng"/>
              <a:t>Continuous predictor variables:</a:t>
            </a:r>
            <a:endParaRPr sz="6000"/>
          </a:p>
          <a:p>
            <a:pPr indent="-323850" lvl="0" marL="457200" rtl="0" algn="l">
              <a:spcBef>
                <a:spcPts val="640"/>
              </a:spcBef>
              <a:spcAft>
                <a:spcPts val="0"/>
              </a:spcAft>
              <a:buSzPct val="100000"/>
              <a:buChar char="●"/>
            </a:pPr>
            <a:r>
              <a:rPr lang="en" sz="6000"/>
              <a:t>BARTHAG</a:t>
            </a:r>
            <a:endParaRPr sz="60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6000"/>
              <a:t>TOR (Offensive Turnover Rate)</a:t>
            </a:r>
            <a:endParaRPr sz="60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6000"/>
              <a:t>TORD (Defensive Turnover Rate)</a:t>
            </a:r>
            <a:endParaRPr sz="60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6000"/>
              <a:t>EFG_O (Effective Field Goal Percentage – Offense)</a:t>
            </a:r>
            <a:endParaRPr sz="60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6000"/>
              <a:t>EFG_D (Effective Field Goal Percentage – Defense)</a:t>
            </a:r>
            <a:endParaRPr sz="60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6000"/>
              <a:t>FTR (Free Throw Rate – Offense)</a:t>
            </a:r>
            <a:endParaRPr sz="60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6000"/>
              <a:t>ORB (Offensive Rebound Percentage)</a:t>
            </a:r>
            <a:endParaRPr sz="60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6000"/>
              <a:t>DRB (Defensive Rebound Percentage)</a:t>
            </a:r>
            <a:endParaRPr sz="60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6000" u="sng"/>
              <a:t>Categorical predictor variables:</a:t>
            </a:r>
            <a:endParaRPr sz="6000"/>
          </a:p>
          <a:p>
            <a:pPr indent="-323850" lvl="0" marL="457200" rtl="0" algn="l">
              <a:spcBef>
                <a:spcPts val="640"/>
              </a:spcBef>
              <a:spcAft>
                <a:spcPts val="0"/>
              </a:spcAft>
              <a:buSzPct val="100000"/>
              <a:buChar char="●"/>
            </a:pPr>
            <a:r>
              <a:rPr lang="en" sz="6000"/>
              <a:t>Postseason variables:</a:t>
            </a:r>
            <a:endParaRPr sz="60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48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4800"/>
              <a:t> 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Trends</a:t>
            </a:r>
            <a:endParaRPr/>
          </a:p>
        </p:txBody>
      </p:sp>
      <p:sp>
        <p:nvSpPr>
          <p:cNvPr id="196" name="Google Shape;196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l">
              <a:spcBef>
                <a:spcPts val="640"/>
              </a:spcBef>
              <a:spcAft>
                <a:spcPts val="0"/>
              </a:spcAft>
              <a:buSzPts val="3200"/>
              <a:buChar char="-"/>
            </a:pPr>
            <a:r>
              <a:rPr lang="en"/>
              <a:t>Teams with higher shooting efficiency tend to have higher win rates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en"/>
              <a:t>Turnovers &amp; defensive efficiency are negatively correlated with winning</a:t>
            </a:r>
            <a:endParaRPr/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en"/>
              <a:t>Postseason teams consistently outperform non-tournament teams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Checking for Interactions</a:t>
            </a:r>
            <a:endParaRPr/>
          </a:p>
        </p:txBody>
      </p:sp>
      <p:sp>
        <p:nvSpPr>
          <p:cNvPr id="202" name="Google Shape;202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640"/>
              </a:spcBef>
              <a:spcAft>
                <a:spcPts val="0"/>
              </a:spcAft>
              <a:buSzPts val="1800"/>
              <a:buChar char="▪"/>
            </a:pPr>
            <a:r>
              <a:rPr lang="en" sz="1800"/>
              <a:t>After testing many potential interactions between predictor variables in our model, we finally decided to add an interaction between BARTHAG and our Postseason_TRUE variable as this improved our model performance.</a:t>
            </a:r>
            <a:endParaRPr sz="1800"/>
          </a:p>
        </p:txBody>
      </p:sp>
      <p:pic>
        <p:nvPicPr>
          <p:cNvPr id="203" name="Google Shape;203;p46" title="Screen Shot 2025-03-16 at 8.38.00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813" y="3191575"/>
            <a:ext cx="8226376" cy="15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Final Linear Regression Model</a:t>
            </a:r>
            <a:endParaRPr sz="3800"/>
          </a:p>
        </p:txBody>
      </p:sp>
      <p:pic>
        <p:nvPicPr>
          <p:cNvPr id="209" name="Google Shape;209;p47" title="Screen Shot 2025-03-16 at 8.48.41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200" y="1282825"/>
            <a:ext cx="8839204" cy="738039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47"/>
          <p:cNvSpPr txBox="1"/>
          <p:nvPr/>
        </p:nvSpPr>
        <p:spPr>
          <a:xfrm>
            <a:off x="120200" y="2164600"/>
            <a:ext cx="8839200" cy="23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-"/>
            </a:pPr>
            <a:r>
              <a:rPr lang="en">
                <a:solidFill>
                  <a:schemeClr val="lt2"/>
                </a:solidFill>
              </a:rPr>
              <a:t>Expected win percentage of team that had a 0 in all of these categories is on average 48.97%.</a:t>
            </a:r>
            <a:endParaRPr>
              <a:solidFill>
                <a:schemeClr val="lt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-"/>
            </a:pPr>
            <a:r>
              <a:rPr lang="en">
                <a:solidFill>
                  <a:schemeClr val="lt2"/>
                </a:solidFill>
              </a:rPr>
              <a:t>Holding all else constant, Win percentage goes up 2.25% for every unit increase in your own effective field goal percentage and does down 2.15% for every unit increase in your </a:t>
            </a:r>
            <a:r>
              <a:rPr lang="en">
                <a:solidFill>
                  <a:schemeClr val="lt2"/>
                </a:solidFill>
              </a:rPr>
              <a:t>opponents</a:t>
            </a:r>
            <a:r>
              <a:rPr lang="en">
                <a:solidFill>
                  <a:schemeClr val="lt2"/>
                </a:solidFill>
              </a:rPr>
              <a:t> </a:t>
            </a:r>
            <a:r>
              <a:rPr lang="en">
                <a:solidFill>
                  <a:schemeClr val="lt2"/>
                </a:solidFill>
              </a:rPr>
              <a:t>effective</a:t>
            </a:r>
            <a:r>
              <a:rPr lang="en">
                <a:solidFill>
                  <a:schemeClr val="lt2"/>
                </a:solidFill>
              </a:rPr>
              <a:t> field goal percentage. </a:t>
            </a:r>
            <a:endParaRPr>
              <a:solidFill>
                <a:schemeClr val="lt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-"/>
            </a:pPr>
            <a:r>
              <a:rPr lang="en">
                <a:solidFill>
                  <a:schemeClr val="lt2"/>
                </a:solidFill>
              </a:rPr>
              <a:t>Holding all else constant, a team that makes the postseason will on average have a win percentage of 20.22% higher than a team who does not make the postseason.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-"/>
            </a:pPr>
            <a:r>
              <a:rPr lang="en">
                <a:solidFill>
                  <a:schemeClr val="lt2"/>
                </a:solidFill>
              </a:rPr>
              <a:t>Holding all else constant, a team who make the postseason will have their win percentage </a:t>
            </a:r>
            <a:r>
              <a:rPr lang="en">
                <a:solidFill>
                  <a:schemeClr val="lt2"/>
                </a:solidFill>
              </a:rPr>
              <a:t>decrease</a:t>
            </a:r>
            <a:r>
              <a:rPr lang="en">
                <a:solidFill>
                  <a:schemeClr val="lt2"/>
                </a:solidFill>
              </a:rPr>
              <a:t> by 16.32% on average for each one unit increase in BARTHAG.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Assumptions - Ensuring Accuracy</a:t>
            </a:r>
            <a:endParaRPr/>
          </a:p>
        </p:txBody>
      </p:sp>
      <p:sp>
        <p:nvSpPr>
          <p:cNvPr id="216" name="Google Shape;216;p48"/>
          <p:cNvSpPr txBox="1"/>
          <p:nvPr>
            <p:ph idx="1" type="body"/>
          </p:nvPr>
        </p:nvSpPr>
        <p:spPr>
          <a:xfrm>
            <a:off x="311700" y="1323525"/>
            <a:ext cx="85206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0000" lnSpcReduction="10000"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Checked and Passed:</a:t>
            </a:r>
            <a:endParaRPr/>
          </a:p>
          <a:p>
            <a:pPr indent="-370840" lvl="0" marL="457200" rtl="0" algn="l">
              <a:spcBef>
                <a:spcPts val="64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Linearity: Data relationships support a linear model</a:t>
            </a:r>
            <a:endParaRPr/>
          </a:p>
          <a:p>
            <a:pPr indent="-37084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Normality of Residuals: QQ plot shows no major deviations</a:t>
            </a:r>
            <a:endParaRPr/>
          </a:p>
          <a:p>
            <a:pPr indent="-37084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Homoscedasticity: Residuals vs. fitted values show constant variance</a:t>
            </a:r>
            <a:endParaRPr/>
          </a:p>
          <a:p>
            <a:pPr indent="-37084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Multicollinearity: No severe correlation issues between predictors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Why it matters: Ensures the model is statistically sound and business-relevant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Multicollinearity</a:t>
            </a:r>
            <a:endParaRPr/>
          </a:p>
        </p:txBody>
      </p:sp>
      <p:sp>
        <p:nvSpPr>
          <p:cNvPr id="222" name="Google Shape;222;p49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7500" lvl="0" marL="457200" rtl="0" algn="l">
              <a:spcBef>
                <a:spcPts val="640"/>
              </a:spcBef>
              <a:spcAft>
                <a:spcPts val="0"/>
              </a:spcAft>
              <a:buSzPts val="1400"/>
              <a:buChar char="▪"/>
            </a:pPr>
            <a:r>
              <a:rPr lang="en" sz="1400"/>
              <a:t>Our variance inflation factors (VIFs) overall looked very solid, with only BARTHAG having a value that could suggest multicollinearity.</a:t>
            </a:r>
            <a:endParaRPr sz="14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640"/>
              </a:spcBef>
              <a:spcAft>
                <a:spcPts val="0"/>
              </a:spcAft>
              <a:buSzPts val="1400"/>
              <a:buChar char="▪"/>
            </a:pPr>
            <a:r>
              <a:rPr lang="en" sz="1400"/>
              <a:t>In the end, we chose to keep BARTHAG in our model as we felt it would be best to include the interaction between BARTHAG and our Postseason_TRUE variable.</a:t>
            </a:r>
            <a:endParaRPr sz="14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17500" lvl="0" marL="457200" rtl="0" algn="l">
              <a:spcBef>
                <a:spcPts val="640"/>
              </a:spcBef>
              <a:spcAft>
                <a:spcPts val="0"/>
              </a:spcAft>
              <a:buSzPts val="1400"/>
              <a:buChar char="▪"/>
            </a:pPr>
            <a:r>
              <a:rPr lang="en" sz="1400"/>
              <a:t>Future models could be explored without BARTHAG.</a:t>
            </a:r>
            <a:endParaRPr sz="1400"/>
          </a:p>
        </p:txBody>
      </p:sp>
      <p:pic>
        <p:nvPicPr>
          <p:cNvPr id="223" name="Google Shape;223;p49" title="Screen Shot 2025-03-16 at 8.56.42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2401" y="963525"/>
            <a:ext cx="3672324" cy="379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Validating Our Results</a:t>
            </a:r>
            <a:endParaRPr/>
          </a:p>
        </p:txBody>
      </p:sp>
      <p:sp>
        <p:nvSpPr>
          <p:cNvPr id="229" name="Google Shape;229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Metrics</a:t>
            </a:r>
            <a:endParaRPr/>
          </a:p>
          <a:p>
            <a:pPr indent="-416560" lvl="0" marL="457200" rtl="0" algn="l">
              <a:spcBef>
                <a:spcPts val="64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Adjusted </a:t>
            </a:r>
            <a:r>
              <a:rPr lang="en"/>
              <a:t>R² = 0.865 (Strong predictive power)</a:t>
            </a:r>
            <a:endParaRPr/>
          </a:p>
          <a:p>
            <a:pPr indent="-4165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RMSE = 0.0602 (Low error margin)</a:t>
            </a:r>
            <a:endParaRPr/>
          </a:p>
          <a:p>
            <a:pPr indent="-41656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F-Test: Model is statistically significant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Business Interpretation: The model is reliable enough to guide recruiting and coaching strategies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Predicting Utah State’s 2024-2025 Season</a:t>
            </a:r>
            <a:endParaRPr sz="2800"/>
          </a:p>
        </p:txBody>
      </p:sp>
      <p:sp>
        <p:nvSpPr>
          <p:cNvPr id="235" name="Google Shape;235;p51"/>
          <p:cNvSpPr txBox="1"/>
          <p:nvPr>
            <p:ph idx="1" type="body"/>
          </p:nvPr>
        </p:nvSpPr>
        <p:spPr>
          <a:xfrm>
            <a:off x="311700" y="1433475"/>
            <a:ext cx="85206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64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95% Confidence Interval: Win % between 44.3% - 73.0% (13.7 to 22.6 wins)</a:t>
            </a:r>
            <a:endParaRPr sz="24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64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95% Prediction Interval: Win % between 40.0% - 77.2% (12.4 to 24.0 wins)</a:t>
            </a:r>
            <a:endParaRPr sz="24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64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Utah State finished the regular season with 25 wins.</a:t>
            </a:r>
            <a:endParaRPr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Recommendations</a:t>
            </a:r>
            <a:endParaRPr/>
          </a:p>
        </p:txBody>
      </p:sp>
      <p:sp>
        <p:nvSpPr>
          <p:cNvPr id="241" name="Google Shape;241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For Teams &amp; Coaches:</a:t>
            </a:r>
            <a:endParaRPr/>
          </a:p>
          <a:p>
            <a:pPr indent="-401320" lvl="0" marL="457200" rtl="0" algn="l">
              <a:spcBef>
                <a:spcPts val="64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Look at which metric your team is </a:t>
            </a:r>
            <a:r>
              <a:rPr lang="en"/>
              <a:t>underperforming</a:t>
            </a:r>
            <a:r>
              <a:rPr lang="en"/>
              <a:t> in and work on improving in that area of the game. 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For Recruiters &amp; Athletic Directors:</a:t>
            </a:r>
            <a:endParaRPr/>
          </a:p>
          <a:p>
            <a:pPr indent="-401320" lvl="0" marL="457200" rtl="0" algn="l">
              <a:spcBef>
                <a:spcPts val="64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Focus on players with high shooting efficiency &amp; strong ball control</a:t>
            </a:r>
            <a:endParaRPr/>
          </a:p>
          <a:p>
            <a:pPr indent="-40132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Consider past postseason appearances when evaluating coaching performance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&amp; Future Work</a:t>
            </a:r>
            <a:endParaRPr/>
          </a:p>
        </p:txBody>
      </p:sp>
      <p:sp>
        <p:nvSpPr>
          <p:cNvPr id="247" name="Google Shape;247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Limitations:</a:t>
            </a:r>
            <a:endParaRPr/>
          </a:p>
          <a:p>
            <a:pPr indent="-355600" lvl="0" marL="457200" rtl="0" algn="l">
              <a:spcBef>
                <a:spcPts val="64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Data is limited to major and upper mid-major conferences.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No consideration of strength of schedule.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Does not include coaches in-game strategy adjustments.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Model may be overfitting slightly as it performs well in some metrics but shows high variation in some predictions.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/>
              <a:t>Next Steps:</a:t>
            </a:r>
            <a:endParaRPr/>
          </a:p>
          <a:p>
            <a:pPr indent="-355600" lvl="0" marL="457200" rtl="0" algn="l">
              <a:spcBef>
                <a:spcPts val="64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Expand to all NCAA teams.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Use strength of schedule data to better predict how metrics will influence specific matchups.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SU - BG Pattern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FE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